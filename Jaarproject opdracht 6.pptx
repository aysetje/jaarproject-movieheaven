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9144000" cy="5143500" type="screen16x9"/>
  <p:notesSz cx="6858000" cy="9144000"/>
  <p:embeddedFontLst>
    <p:embeddedFont>
      <p:font typeface="Archivo Light" panose="020B0604020202020204" charset="0"/>
      <p:regular r:id="rId11"/>
      <p:bold r:id="rId12"/>
      <p:italic r:id="rId13"/>
      <p:boldItalic r:id="rId14"/>
    </p:embeddedFont>
    <p:embeddedFont>
      <p:font typeface="Orbitron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6F10B1-0BA7-456D-9693-ADEFA7F50711}">
  <a:tblStyle styleId="{9D6F10B1-0BA7-456D-9693-ADEFA7F507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11ff4044692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11ff4044692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1166625"/>
            <a:ext cx="4640100" cy="223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093" y="3398924"/>
            <a:ext cx="423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98627" y="452709"/>
            <a:ext cx="232368" cy="973684"/>
            <a:chOff x="6656577" y="3252597"/>
            <a:chExt cx="232368" cy="973684"/>
          </a:xfrm>
        </p:grpSpPr>
        <p:sp>
          <p:nvSpPr>
            <p:cNvPr id="12" name="Google Shape;12;p2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783960" y="4261704"/>
            <a:ext cx="518269" cy="328105"/>
            <a:chOff x="783960" y="4261704"/>
            <a:chExt cx="518269" cy="328105"/>
          </a:xfrm>
        </p:grpSpPr>
        <p:sp>
          <p:nvSpPr>
            <p:cNvPr id="25" name="Google Shape;25;p2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" name="Google Shape;31;p2"/>
          <p:cNvGrpSpPr/>
          <p:nvPr/>
        </p:nvGrpSpPr>
        <p:grpSpPr>
          <a:xfrm>
            <a:off x="107062" y="345649"/>
            <a:ext cx="4182177" cy="4176917"/>
            <a:chOff x="3047674" y="939549"/>
            <a:chExt cx="4182177" cy="4176917"/>
          </a:xfrm>
        </p:grpSpPr>
        <p:sp>
          <p:nvSpPr>
            <p:cNvPr id="32" name="Google Shape;32;p2"/>
            <p:cNvSpPr/>
            <p:nvPr/>
          </p:nvSpPr>
          <p:spPr>
            <a:xfrm>
              <a:off x="6974568" y="939549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875033" y="1037232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074406" y="1181381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656876" y="503071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369" y="3103"/>
                    <a:pt x="3070" y="2369"/>
                    <a:pt x="3070" y="1535"/>
                  </a:cubicBezTo>
                  <a:cubicBezTo>
                    <a:pt x="3070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533418" y="4684960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047674" y="3856443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191437" y="3990978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165635" y="3676741"/>
              <a:ext cx="200917" cy="171662"/>
            </a:xfrm>
            <a:custGeom>
              <a:avLst/>
              <a:gdLst/>
              <a:ahLst/>
              <a:cxnLst/>
              <a:rect l="l" t="t" r="r" b="b"/>
              <a:pathLst>
                <a:path w="7273" h="6214" extrusionOk="0">
                  <a:moveTo>
                    <a:pt x="934" y="0"/>
                  </a:moveTo>
                  <a:cubicBezTo>
                    <a:pt x="367" y="0"/>
                    <a:pt x="0" y="634"/>
                    <a:pt x="267" y="1135"/>
                  </a:cubicBezTo>
                  <a:lnTo>
                    <a:pt x="3002" y="5838"/>
                  </a:lnTo>
                  <a:cubicBezTo>
                    <a:pt x="3136" y="6088"/>
                    <a:pt x="3386" y="6213"/>
                    <a:pt x="3636" y="6213"/>
                  </a:cubicBezTo>
                  <a:cubicBezTo>
                    <a:pt x="3886" y="6213"/>
                    <a:pt x="4137" y="6088"/>
                    <a:pt x="4270" y="5838"/>
                  </a:cubicBezTo>
                  <a:lnTo>
                    <a:pt x="7005" y="1135"/>
                  </a:lnTo>
                  <a:cubicBezTo>
                    <a:pt x="7272" y="601"/>
                    <a:pt x="6905" y="0"/>
                    <a:pt x="6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1714228" y="4261677"/>
            <a:ext cx="1271472" cy="625139"/>
            <a:chOff x="855125" y="612150"/>
            <a:chExt cx="511700" cy="251575"/>
          </a:xfrm>
        </p:grpSpPr>
        <p:sp>
          <p:nvSpPr>
            <p:cNvPr id="41" name="Google Shape;41;p2"/>
            <p:cNvSpPr/>
            <p:nvPr/>
          </p:nvSpPr>
          <p:spPr>
            <a:xfrm>
              <a:off x="1309725" y="612150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45" name="Google Shape;45;p2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3963663" y="-2091225"/>
            <a:ext cx="8043475" cy="8043475"/>
            <a:chOff x="1241175" y="-1300650"/>
            <a:chExt cx="8043475" cy="8043475"/>
          </a:xfrm>
        </p:grpSpPr>
        <p:sp>
          <p:nvSpPr>
            <p:cNvPr id="50" name="Google Shape;50;p2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29"/>
          <p:cNvGrpSpPr/>
          <p:nvPr/>
        </p:nvGrpSpPr>
        <p:grpSpPr>
          <a:xfrm>
            <a:off x="198627" y="452709"/>
            <a:ext cx="232368" cy="973684"/>
            <a:chOff x="6656577" y="3252597"/>
            <a:chExt cx="232368" cy="973684"/>
          </a:xfrm>
        </p:grpSpPr>
        <p:sp>
          <p:nvSpPr>
            <p:cNvPr id="1232" name="Google Shape;1232;p29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29"/>
          <p:cNvGrpSpPr/>
          <p:nvPr/>
        </p:nvGrpSpPr>
        <p:grpSpPr>
          <a:xfrm>
            <a:off x="1844035" y="4194479"/>
            <a:ext cx="518269" cy="328105"/>
            <a:chOff x="783960" y="4261704"/>
            <a:chExt cx="518269" cy="328105"/>
          </a:xfrm>
        </p:grpSpPr>
        <p:sp>
          <p:nvSpPr>
            <p:cNvPr id="1245" name="Google Shape;1245;p29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6" name="Google Shape;1246;p29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1247" name="Google Shape;1247;p29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9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9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9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51" name="Google Shape;1251;p29"/>
          <p:cNvGrpSpPr/>
          <p:nvPr/>
        </p:nvGrpSpPr>
        <p:grpSpPr>
          <a:xfrm>
            <a:off x="107062" y="345649"/>
            <a:ext cx="4182177" cy="4176917"/>
            <a:chOff x="3047674" y="939549"/>
            <a:chExt cx="4182177" cy="4176917"/>
          </a:xfrm>
        </p:grpSpPr>
        <p:sp>
          <p:nvSpPr>
            <p:cNvPr id="1252" name="Google Shape;1252;p29"/>
            <p:cNvSpPr/>
            <p:nvPr/>
          </p:nvSpPr>
          <p:spPr>
            <a:xfrm>
              <a:off x="6974568" y="939549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6875033" y="1037232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7074406" y="1181381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6656876" y="503071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369" y="3103"/>
                    <a:pt x="3070" y="2369"/>
                    <a:pt x="3070" y="1535"/>
                  </a:cubicBezTo>
                  <a:cubicBezTo>
                    <a:pt x="3070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6533418" y="4684960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047674" y="3856443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3191437" y="3990978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3165635" y="3676741"/>
              <a:ext cx="200917" cy="171662"/>
            </a:xfrm>
            <a:custGeom>
              <a:avLst/>
              <a:gdLst/>
              <a:ahLst/>
              <a:cxnLst/>
              <a:rect l="l" t="t" r="r" b="b"/>
              <a:pathLst>
                <a:path w="7273" h="6214" extrusionOk="0">
                  <a:moveTo>
                    <a:pt x="934" y="0"/>
                  </a:moveTo>
                  <a:cubicBezTo>
                    <a:pt x="367" y="0"/>
                    <a:pt x="0" y="634"/>
                    <a:pt x="267" y="1135"/>
                  </a:cubicBezTo>
                  <a:lnTo>
                    <a:pt x="3002" y="5838"/>
                  </a:lnTo>
                  <a:cubicBezTo>
                    <a:pt x="3136" y="6088"/>
                    <a:pt x="3386" y="6213"/>
                    <a:pt x="3636" y="6213"/>
                  </a:cubicBezTo>
                  <a:cubicBezTo>
                    <a:pt x="3886" y="6213"/>
                    <a:pt x="4137" y="6088"/>
                    <a:pt x="4270" y="5838"/>
                  </a:cubicBezTo>
                  <a:lnTo>
                    <a:pt x="7005" y="1135"/>
                  </a:lnTo>
                  <a:cubicBezTo>
                    <a:pt x="7272" y="601"/>
                    <a:pt x="6905" y="0"/>
                    <a:pt x="6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29"/>
          <p:cNvGrpSpPr/>
          <p:nvPr/>
        </p:nvGrpSpPr>
        <p:grpSpPr>
          <a:xfrm>
            <a:off x="7159428" y="3943727"/>
            <a:ext cx="1271472" cy="625139"/>
            <a:chOff x="855125" y="612150"/>
            <a:chExt cx="511700" cy="251575"/>
          </a:xfrm>
        </p:grpSpPr>
        <p:sp>
          <p:nvSpPr>
            <p:cNvPr id="1261" name="Google Shape;1261;p29"/>
            <p:cNvSpPr/>
            <p:nvPr/>
          </p:nvSpPr>
          <p:spPr>
            <a:xfrm>
              <a:off x="1309725" y="612150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29"/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1265" name="Google Shape;1265;p29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9" name="Google Shape;1269;p29"/>
          <p:cNvGrpSpPr/>
          <p:nvPr/>
        </p:nvGrpSpPr>
        <p:grpSpPr>
          <a:xfrm>
            <a:off x="3963663" y="-2091225"/>
            <a:ext cx="8043475" cy="8043475"/>
            <a:chOff x="1241175" y="-1300650"/>
            <a:chExt cx="8043475" cy="8043475"/>
          </a:xfrm>
        </p:grpSpPr>
        <p:sp>
          <p:nvSpPr>
            <p:cNvPr id="1270" name="Google Shape;1270;p29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oogle Shape;1278;p30"/>
          <p:cNvGrpSpPr/>
          <p:nvPr/>
        </p:nvGrpSpPr>
        <p:grpSpPr>
          <a:xfrm>
            <a:off x="4800605" y="-2897864"/>
            <a:ext cx="8043475" cy="8043475"/>
            <a:chOff x="1241175" y="-1300650"/>
            <a:chExt cx="8043475" cy="8043475"/>
          </a:xfrm>
        </p:grpSpPr>
        <p:sp>
          <p:nvSpPr>
            <p:cNvPr id="1279" name="Google Shape;1279;p30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0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0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0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0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30"/>
          <p:cNvGrpSpPr/>
          <p:nvPr/>
        </p:nvGrpSpPr>
        <p:grpSpPr>
          <a:xfrm>
            <a:off x="218646" y="467609"/>
            <a:ext cx="8696480" cy="4569349"/>
            <a:chOff x="218646" y="467609"/>
            <a:chExt cx="8696480" cy="4569349"/>
          </a:xfrm>
        </p:grpSpPr>
        <p:grpSp>
          <p:nvGrpSpPr>
            <p:cNvPr id="1287" name="Google Shape;1287;p30"/>
            <p:cNvGrpSpPr/>
            <p:nvPr/>
          </p:nvGrpSpPr>
          <p:grpSpPr>
            <a:xfrm>
              <a:off x="8309110" y="4708854"/>
              <a:ext cx="518269" cy="328105"/>
              <a:chOff x="783960" y="4261704"/>
              <a:chExt cx="518269" cy="328105"/>
            </a:xfrm>
          </p:grpSpPr>
          <p:sp>
            <p:nvSpPr>
              <p:cNvPr id="1288" name="Google Shape;1288;p30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89" name="Google Shape;1289;p30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1290" name="Google Shape;1290;p30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30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94" name="Google Shape;1294;p30"/>
            <p:cNvGrpSpPr/>
            <p:nvPr/>
          </p:nvGrpSpPr>
          <p:grpSpPr>
            <a:xfrm>
              <a:off x="8682758" y="1527568"/>
              <a:ext cx="232368" cy="974453"/>
              <a:chOff x="2546733" y="2525280"/>
              <a:chExt cx="232368" cy="974453"/>
            </a:xfrm>
          </p:grpSpPr>
          <p:sp>
            <p:nvSpPr>
              <p:cNvPr id="1295" name="Google Shape;1295;p30"/>
              <p:cNvSpPr/>
              <p:nvPr/>
            </p:nvSpPr>
            <p:spPr>
              <a:xfrm>
                <a:off x="2688157" y="252528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0"/>
              <p:cNvSpPr/>
              <p:nvPr/>
            </p:nvSpPr>
            <p:spPr>
              <a:xfrm>
                <a:off x="2688157" y="270789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0"/>
              <p:cNvSpPr/>
              <p:nvPr/>
            </p:nvSpPr>
            <p:spPr>
              <a:xfrm>
                <a:off x="2688157" y="289050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0"/>
              <p:cNvSpPr/>
              <p:nvPr/>
            </p:nvSpPr>
            <p:spPr>
              <a:xfrm>
                <a:off x="2546733" y="252528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867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03" y="3069"/>
                      <a:pt x="3937" y="1968"/>
                    </a:cubicBezTo>
                    <a:cubicBezTo>
                      <a:pt x="3937" y="867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0"/>
              <p:cNvSpPr/>
              <p:nvPr/>
            </p:nvSpPr>
            <p:spPr>
              <a:xfrm>
                <a:off x="2546733" y="270789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37" y="3069"/>
                      <a:pt x="3937" y="1968"/>
                    </a:cubicBezTo>
                    <a:cubicBezTo>
                      <a:pt x="3937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0"/>
              <p:cNvSpPr/>
              <p:nvPr/>
            </p:nvSpPr>
            <p:spPr>
              <a:xfrm>
                <a:off x="2546733" y="288970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36"/>
                      <a:pt x="901" y="3937"/>
                      <a:pt x="1968" y="3937"/>
                    </a:cubicBezTo>
                    <a:cubicBezTo>
                      <a:pt x="3003" y="3937"/>
                      <a:pt x="3937" y="3036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0"/>
              <p:cNvSpPr/>
              <p:nvPr/>
            </p:nvSpPr>
            <p:spPr>
              <a:xfrm>
                <a:off x="2688157" y="3043571"/>
                <a:ext cx="90944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04" extrusionOk="0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35" y="3903"/>
                    </a:cubicBezTo>
                    <a:cubicBezTo>
                      <a:pt x="3036" y="3903"/>
                      <a:pt x="3903" y="3036"/>
                      <a:pt x="3903" y="1935"/>
                    </a:cubicBezTo>
                    <a:cubicBezTo>
                      <a:pt x="3903" y="868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0"/>
              <p:cNvSpPr/>
              <p:nvPr/>
            </p:nvSpPr>
            <p:spPr>
              <a:xfrm>
                <a:off x="2688157" y="322538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0"/>
              <p:cNvSpPr/>
              <p:nvPr/>
            </p:nvSpPr>
            <p:spPr>
              <a:xfrm>
                <a:off x="2688157" y="340799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0"/>
              <p:cNvSpPr/>
              <p:nvPr/>
            </p:nvSpPr>
            <p:spPr>
              <a:xfrm>
                <a:off x="2546733" y="3043571"/>
                <a:ext cx="91712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04" extrusionOk="0">
                    <a:moveTo>
                      <a:pt x="1968" y="0"/>
                    </a:moveTo>
                    <a:cubicBezTo>
                      <a:pt x="901" y="0"/>
                      <a:pt x="0" y="868"/>
                      <a:pt x="0" y="1935"/>
                    </a:cubicBezTo>
                    <a:cubicBezTo>
                      <a:pt x="0" y="3036"/>
                      <a:pt x="901" y="3903"/>
                      <a:pt x="1968" y="3903"/>
                    </a:cubicBezTo>
                    <a:cubicBezTo>
                      <a:pt x="3003" y="3903"/>
                      <a:pt x="3903" y="3036"/>
                      <a:pt x="3937" y="1935"/>
                    </a:cubicBezTo>
                    <a:cubicBezTo>
                      <a:pt x="3937" y="868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0"/>
              <p:cNvSpPr/>
              <p:nvPr/>
            </p:nvSpPr>
            <p:spPr>
              <a:xfrm>
                <a:off x="2546733" y="322462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103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0"/>
              <p:cNvSpPr/>
              <p:nvPr/>
            </p:nvSpPr>
            <p:spPr>
              <a:xfrm>
                <a:off x="2546733" y="3407229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069"/>
                      <a:pt x="3937" y="1969"/>
                    </a:cubicBezTo>
                    <a:cubicBezTo>
                      <a:pt x="3937" y="901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7" name="Google Shape;1307;p30"/>
            <p:cNvGrpSpPr/>
            <p:nvPr/>
          </p:nvGrpSpPr>
          <p:grpSpPr>
            <a:xfrm>
              <a:off x="7931584" y="467609"/>
              <a:ext cx="648306" cy="649281"/>
              <a:chOff x="5022684" y="4300597"/>
              <a:chExt cx="648306" cy="649281"/>
            </a:xfrm>
          </p:grpSpPr>
          <p:sp>
            <p:nvSpPr>
              <p:cNvPr id="1308" name="Google Shape;1308;p30"/>
              <p:cNvSpPr/>
              <p:nvPr/>
            </p:nvSpPr>
            <p:spPr>
              <a:xfrm>
                <a:off x="5022684" y="4300597"/>
                <a:ext cx="235516" cy="235528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851" extrusionOk="0">
                    <a:moveTo>
                      <a:pt x="0" y="1"/>
                    </a:moveTo>
                    <a:lnTo>
                      <a:pt x="0" y="4851"/>
                    </a:lnTo>
                    <a:lnTo>
                      <a:pt x="4850" y="4851"/>
                    </a:lnTo>
                    <a:lnTo>
                      <a:pt x="485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0"/>
              <p:cNvSpPr/>
              <p:nvPr/>
            </p:nvSpPr>
            <p:spPr>
              <a:xfrm>
                <a:off x="5157512" y="4434502"/>
                <a:ext cx="166235" cy="166292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3425" extrusionOk="0">
                    <a:moveTo>
                      <a:pt x="0" y="1"/>
                    </a:moveTo>
                    <a:lnTo>
                      <a:pt x="0" y="3424"/>
                    </a:lnTo>
                    <a:lnTo>
                      <a:pt x="3424" y="3424"/>
                    </a:lnTo>
                    <a:lnTo>
                      <a:pt x="342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0"/>
              <p:cNvSpPr/>
              <p:nvPr/>
            </p:nvSpPr>
            <p:spPr>
              <a:xfrm>
                <a:off x="5569375" y="4434502"/>
                <a:ext cx="101615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093" extrusionOk="0">
                    <a:moveTo>
                      <a:pt x="0" y="1"/>
                    </a:moveTo>
                    <a:lnTo>
                      <a:pt x="0" y="2093"/>
                    </a:lnTo>
                    <a:lnTo>
                      <a:pt x="2093" y="2093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0"/>
              <p:cNvSpPr/>
              <p:nvPr/>
            </p:nvSpPr>
            <p:spPr>
              <a:xfrm>
                <a:off x="5294185" y="4811309"/>
                <a:ext cx="138562" cy="13856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0" y="0"/>
                    </a:moveTo>
                    <a:lnTo>
                      <a:pt x="0" y="2853"/>
                    </a:lnTo>
                    <a:lnTo>
                      <a:pt x="2853" y="2853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0"/>
            <p:cNvSpPr/>
            <p:nvPr/>
          </p:nvSpPr>
          <p:spPr>
            <a:xfrm>
              <a:off x="4772155" y="4845647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3" name="Google Shape;1313;p30"/>
            <p:cNvGrpSpPr/>
            <p:nvPr/>
          </p:nvGrpSpPr>
          <p:grpSpPr>
            <a:xfrm>
              <a:off x="218646" y="488887"/>
              <a:ext cx="355724" cy="1888212"/>
              <a:chOff x="124471" y="1153724"/>
              <a:chExt cx="355724" cy="1888212"/>
            </a:xfrm>
          </p:grpSpPr>
          <p:sp>
            <p:nvSpPr>
              <p:cNvPr id="1314" name="Google Shape;1314;p30"/>
              <p:cNvSpPr/>
              <p:nvPr/>
            </p:nvSpPr>
            <p:spPr>
              <a:xfrm>
                <a:off x="224005" y="1153724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0"/>
              <p:cNvSpPr/>
              <p:nvPr/>
            </p:nvSpPr>
            <p:spPr>
              <a:xfrm>
                <a:off x="124471" y="1251407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0"/>
              <p:cNvSpPr/>
              <p:nvPr/>
            </p:nvSpPr>
            <p:spPr>
              <a:xfrm>
                <a:off x="323843" y="1395556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0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0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9" name="Google Shape;1319;p30"/>
            <p:cNvGrpSpPr/>
            <p:nvPr/>
          </p:nvGrpSpPr>
          <p:grpSpPr>
            <a:xfrm>
              <a:off x="313312" y="4328124"/>
              <a:ext cx="609540" cy="583574"/>
              <a:chOff x="3105300" y="593625"/>
              <a:chExt cx="256800" cy="245850"/>
            </a:xfrm>
          </p:grpSpPr>
          <p:sp>
            <p:nvSpPr>
              <p:cNvPr id="1320" name="Google Shape;1320;p30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0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0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0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31"/>
          <p:cNvGrpSpPr/>
          <p:nvPr/>
        </p:nvGrpSpPr>
        <p:grpSpPr>
          <a:xfrm>
            <a:off x="4800605" y="-2897864"/>
            <a:ext cx="8043475" cy="8043475"/>
            <a:chOff x="1241175" y="-1300650"/>
            <a:chExt cx="8043475" cy="8043475"/>
          </a:xfrm>
        </p:grpSpPr>
        <p:sp>
          <p:nvSpPr>
            <p:cNvPr id="1326" name="Google Shape;1326;p31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1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1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1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1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1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1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3" name="Google Shape;1333;p31"/>
          <p:cNvGrpSpPr/>
          <p:nvPr/>
        </p:nvGrpSpPr>
        <p:grpSpPr>
          <a:xfrm>
            <a:off x="151608" y="193697"/>
            <a:ext cx="8393629" cy="4799168"/>
            <a:chOff x="151608" y="193697"/>
            <a:chExt cx="8393629" cy="4799168"/>
          </a:xfrm>
        </p:grpSpPr>
        <p:grpSp>
          <p:nvGrpSpPr>
            <p:cNvPr id="1334" name="Google Shape;1334;p31"/>
            <p:cNvGrpSpPr/>
            <p:nvPr/>
          </p:nvGrpSpPr>
          <p:grpSpPr>
            <a:xfrm>
              <a:off x="507337" y="193699"/>
              <a:ext cx="609540" cy="583574"/>
              <a:chOff x="3105300" y="593625"/>
              <a:chExt cx="256800" cy="245850"/>
            </a:xfrm>
          </p:grpSpPr>
          <p:sp>
            <p:nvSpPr>
              <p:cNvPr id="1335" name="Google Shape;1335;p31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1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1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1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9" name="Google Shape;1339;p31"/>
            <p:cNvGrpSpPr/>
            <p:nvPr/>
          </p:nvGrpSpPr>
          <p:grpSpPr>
            <a:xfrm>
              <a:off x="7913328" y="1157702"/>
              <a:ext cx="631910" cy="457789"/>
              <a:chOff x="691339" y="-641130"/>
              <a:chExt cx="254310" cy="184228"/>
            </a:xfrm>
          </p:grpSpPr>
          <p:sp>
            <p:nvSpPr>
              <p:cNvPr id="1340" name="Google Shape;1340;p31"/>
              <p:cNvSpPr/>
              <p:nvPr/>
            </p:nvSpPr>
            <p:spPr>
              <a:xfrm>
                <a:off x="888549" y="-641130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1"/>
              <p:cNvSpPr/>
              <p:nvPr/>
            </p:nvSpPr>
            <p:spPr>
              <a:xfrm>
                <a:off x="691339" y="-590527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1"/>
              <p:cNvSpPr/>
              <p:nvPr/>
            </p:nvSpPr>
            <p:spPr>
              <a:xfrm>
                <a:off x="753639" y="-528252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3" name="Google Shape;1343;p31"/>
            <p:cNvGrpSpPr/>
            <p:nvPr/>
          </p:nvGrpSpPr>
          <p:grpSpPr>
            <a:xfrm>
              <a:off x="342634" y="4343584"/>
              <a:ext cx="648306" cy="649281"/>
              <a:chOff x="5022684" y="4300597"/>
              <a:chExt cx="648306" cy="649281"/>
            </a:xfrm>
          </p:grpSpPr>
          <p:sp>
            <p:nvSpPr>
              <p:cNvPr id="1344" name="Google Shape;1344;p31"/>
              <p:cNvSpPr/>
              <p:nvPr/>
            </p:nvSpPr>
            <p:spPr>
              <a:xfrm>
                <a:off x="5022684" y="4300597"/>
                <a:ext cx="235516" cy="235528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851" extrusionOk="0">
                    <a:moveTo>
                      <a:pt x="0" y="1"/>
                    </a:moveTo>
                    <a:lnTo>
                      <a:pt x="0" y="4851"/>
                    </a:lnTo>
                    <a:lnTo>
                      <a:pt x="4850" y="4851"/>
                    </a:lnTo>
                    <a:lnTo>
                      <a:pt x="485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1"/>
              <p:cNvSpPr/>
              <p:nvPr/>
            </p:nvSpPr>
            <p:spPr>
              <a:xfrm>
                <a:off x="5157512" y="4434502"/>
                <a:ext cx="166235" cy="166292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3425" extrusionOk="0">
                    <a:moveTo>
                      <a:pt x="0" y="1"/>
                    </a:moveTo>
                    <a:lnTo>
                      <a:pt x="0" y="3424"/>
                    </a:lnTo>
                    <a:lnTo>
                      <a:pt x="3424" y="3424"/>
                    </a:lnTo>
                    <a:lnTo>
                      <a:pt x="342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5569375" y="4434502"/>
                <a:ext cx="101615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093" extrusionOk="0">
                    <a:moveTo>
                      <a:pt x="0" y="1"/>
                    </a:moveTo>
                    <a:lnTo>
                      <a:pt x="0" y="2093"/>
                    </a:lnTo>
                    <a:lnTo>
                      <a:pt x="2093" y="2093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1"/>
              <p:cNvSpPr/>
              <p:nvPr/>
            </p:nvSpPr>
            <p:spPr>
              <a:xfrm>
                <a:off x="5294185" y="4811309"/>
                <a:ext cx="138562" cy="13856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0" y="0"/>
                    </a:moveTo>
                    <a:lnTo>
                      <a:pt x="0" y="2853"/>
                    </a:lnTo>
                    <a:lnTo>
                      <a:pt x="2853" y="2853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8" name="Google Shape;1348;p31"/>
            <p:cNvSpPr/>
            <p:nvPr/>
          </p:nvSpPr>
          <p:spPr>
            <a:xfrm>
              <a:off x="7913330" y="193697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9" name="Google Shape;1349;p31"/>
            <p:cNvGrpSpPr/>
            <p:nvPr/>
          </p:nvGrpSpPr>
          <p:grpSpPr>
            <a:xfrm>
              <a:off x="151608" y="1402587"/>
              <a:ext cx="355724" cy="1888212"/>
              <a:chOff x="124471" y="1153724"/>
              <a:chExt cx="355724" cy="1888212"/>
            </a:xfrm>
          </p:grpSpPr>
          <p:sp>
            <p:nvSpPr>
              <p:cNvPr id="1350" name="Google Shape;1350;p31"/>
              <p:cNvSpPr/>
              <p:nvPr/>
            </p:nvSpPr>
            <p:spPr>
              <a:xfrm>
                <a:off x="224005" y="1153724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1"/>
              <p:cNvSpPr/>
              <p:nvPr/>
            </p:nvSpPr>
            <p:spPr>
              <a:xfrm>
                <a:off x="124471" y="1251407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1"/>
              <p:cNvSpPr/>
              <p:nvPr/>
            </p:nvSpPr>
            <p:spPr>
              <a:xfrm>
                <a:off x="323843" y="1395556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1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1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5" name="Google Shape;1355;p31"/>
            <p:cNvGrpSpPr/>
            <p:nvPr/>
          </p:nvGrpSpPr>
          <p:grpSpPr>
            <a:xfrm>
              <a:off x="5669774" y="4743018"/>
              <a:ext cx="229483" cy="220256"/>
              <a:chOff x="250712" y="2821681"/>
              <a:chExt cx="229483" cy="220256"/>
            </a:xfrm>
          </p:grpSpPr>
          <p:sp>
            <p:nvSpPr>
              <p:cNvPr id="1356" name="Google Shape;1356;p31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1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8" name="Google Shape;1358;p31"/>
          <p:cNvGrpSpPr/>
          <p:nvPr/>
        </p:nvGrpSpPr>
        <p:grpSpPr>
          <a:xfrm>
            <a:off x="8758502" y="3301184"/>
            <a:ext cx="232368" cy="973684"/>
            <a:chOff x="6656577" y="3252597"/>
            <a:chExt cx="232368" cy="973684"/>
          </a:xfrm>
        </p:grpSpPr>
        <p:sp>
          <p:nvSpPr>
            <p:cNvPr id="1359" name="Google Shape;1359;p31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1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1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1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1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1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1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1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1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1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1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1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5" r:id="rId3"/>
    <p:sldLayoutId id="2147483676" r:id="rId4"/>
    <p:sldLayoutId id="214748367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35"/>
          <p:cNvSpPr txBox="1">
            <a:spLocks noGrp="1"/>
          </p:cNvSpPr>
          <p:nvPr>
            <p:ph type="subTitle" idx="1"/>
          </p:nvPr>
        </p:nvSpPr>
        <p:spPr>
          <a:xfrm>
            <a:off x="713100" y="3073223"/>
            <a:ext cx="423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050" dirty="0"/>
              <a:t>A</a:t>
            </a:r>
            <a:r>
              <a:rPr lang="en" sz="1050" dirty="0"/>
              <a:t>yse Uckuyulu</a:t>
            </a:r>
            <a:endParaRPr sz="1050" dirty="0"/>
          </a:p>
        </p:txBody>
      </p:sp>
      <p:sp>
        <p:nvSpPr>
          <p:cNvPr id="1382" name="Google Shape;1382;p35"/>
          <p:cNvSpPr txBox="1">
            <a:spLocks noGrp="1"/>
          </p:cNvSpPr>
          <p:nvPr>
            <p:ph type="ctrTitle"/>
          </p:nvPr>
        </p:nvSpPr>
        <p:spPr>
          <a:xfrm>
            <a:off x="713100" y="1166625"/>
            <a:ext cx="4640100" cy="22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nl-BE" sz="2800" dirty="0" err="1">
                <a:solidFill>
                  <a:schemeClr val="tx2"/>
                </a:solidFill>
              </a:rPr>
              <a:t>MovieHeaven</a:t>
            </a:r>
            <a:r>
              <a:rPr lang="nl-BE" sz="2800" dirty="0"/>
              <a:t> verkoop en verhuur van films</a:t>
            </a:r>
          </a:p>
        </p:txBody>
      </p:sp>
      <p:pic>
        <p:nvPicPr>
          <p:cNvPr id="1028" name="Picture 4" descr="GitHub - ashish-makes/movies-website-ui: Movies Web UI is a movie and web  series website design project created with HTML, Tailwind CSS, and  JavaScript.">
            <a:extLst>
              <a:ext uri="{FF2B5EF4-FFF2-40B4-BE49-F238E27FC236}">
                <a16:creationId xmlns:a16="http://schemas.microsoft.com/office/drawing/2014/main" id="{534ACEF2-2932-3B85-B298-4C92BF7A5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230" y="866429"/>
            <a:ext cx="3585452" cy="28326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BB13A-59C8-2831-C780-B600B9608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456" y="599554"/>
            <a:ext cx="2733981" cy="475800"/>
          </a:xfrm>
        </p:spPr>
        <p:txBody>
          <a:bodyPr/>
          <a:lstStyle/>
          <a:p>
            <a:r>
              <a:rPr lang="nl-BE" sz="2800" dirty="0"/>
              <a:t>Kort uitleg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3F87EED-56E2-674A-02D2-4CC881D17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79" y="1527593"/>
            <a:ext cx="7112470" cy="2215067"/>
          </a:xfrm>
        </p:spPr>
        <p:txBody>
          <a:bodyPr/>
          <a:lstStyle/>
          <a:p>
            <a:pPr marL="425450" indent="-285750">
              <a:buFont typeface="Arial" panose="020B0604020202020204" pitchFamily="34" charset="0"/>
              <a:buChar char="•"/>
            </a:pPr>
            <a:r>
              <a:rPr lang="nl-BE" sz="1400" dirty="0"/>
              <a:t>Website films kopen en huren</a:t>
            </a:r>
            <a:br>
              <a:rPr lang="nl-BE" sz="1400" dirty="0"/>
            </a:br>
            <a:endParaRPr lang="nl-BE" sz="1400" dirty="0"/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nl-BE" sz="1400" dirty="0"/>
              <a:t>Breed aanbod films, gebruiksvriendelijke interface</a:t>
            </a:r>
            <a:br>
              <a:rPr lang="nl-BE" sz="1400" dirty="0"/>
            </a:br>
            <a:endParaRPr lang="nl-BE" sz="1400" dirty="0"/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nl-BE" sz="1400" dirty="0"/>
              <a:t>Eenvoudig legaal films, zonder fysieke winkelbezoeken.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8843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844C-D3C8-2E2C-D25F-65A20673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4F45AA-E440-1EC6-85AF-D352D288A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8000" y="620819"/>
            <a:ext cx="3861032" cy="475800"/>
          </a:xfrm>
        </p:spPr>
        <p:txBody>
          <a:bodyPr/>
          <a:lstStyle/>
          <a:p>
            <a:r>
              <a:rPr lang="nl-BE" sz="2800" dirty="0"/>
              <a:t>Vroegere situatie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A56985C-F71A-1FB6-DAB2-996149531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79" y="1527593"/>
            <a:ext cx="7112470" cy="221506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Fysieke winkels of ouderwetse DVD-verhuur</a:t>
            </a:r>
            <a:br>
              <a:rPr lang="nl-BE" sz="1400" dirty="0"/>
            </a:br>
            <a:endParaRPr lang="nl-BE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Beperkt aanbod, geen 24/7 beschikbaarheid, logistieke problemen</a:t>
            </a:r>
            <a:br>
              <a:rPr lang="nl-BE" sz="1400" dirty="0"/>
            </a:br>
            <a:endParaRPr lang="nl-BE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Online platform biedt gemak, een groter aanbod en directe toegang tot films.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8850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5B20-BE27-674D-02D5-43855019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511D1-5217-8030-670E-F40406BDD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2819" y="670438"/>
            <a:ext cx="4328865" cy="475800"/>
          </a:xfrm>
        </p:spPr>
        <p:txBody>
          <a:bodyPr/>
          <a:lstStyle/>
          <a:p>
            <a:r>
              <a:rPr lang="nl-BE" sz="2800" dirty="0"/>
              <a:t>Doel van het project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1C028AD-3462-BBA2-F434-B0AF7105F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79" y="1527593"/>
            <a:ext cx="7112470" cy="221506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Online verkoop &amp; verhuur van films via een gebruiksvriendelijke website</a:t>
            </a:r>
            <a:br>
              <a:rPr lang="nl-BE" sz="1600" b="1" dirty="0"/>
            </a:br>
            <a:endParaRPr lang="nl-BE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Gebruikersgemak en efficiëntie verbeteren </a:t>
            </a:r>
            <a:r>
              <a:rPr lang="nl-BE" sz="1400" dirty="0">
                <a:sym typeface="Wingdings" panose="05000000000000000000" pitchFamily="2" charset="2"/>
              </a:rPr>
              <a:t></a:t>
            </a:r>
            <a:r>
              <a:rPr lang="nl-BE" sz="1400" dirty="0"/>
              <a:t> eenvoudige navigatie &amp; zoekfuncties</a:t>
            </a:r>
            <a:br>
              <a:rPr lang="nl-BE" sz="1400" dirty="0"/>
            </a:br>
            <a:endParaRPr lang="nl-BE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Overzichtelijke en aantrekkelijke interface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1881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3205-A155-EF26-A91E-CF23D881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7F369-87FD-ED3A-C9F4-43085F248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677526"/>
            <a:ext cx="4572000" cy="475800"/>
          </a:xfrm>
        </p:spPr>
        <p:txBody>
          <a:bodyPr/>
          <a:lstStyle/>
          <a:p>
            <a:r>
              <a:rPr lang="nl-BE" sz="2800" dirty="0"/>
              <a:t>Voorstelling tabellen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BF96E80-62C1-2F8E-6E45-9748521DC9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083" y="1647670"/>
            <a:ext cx="4148750" cy="242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1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FDF3-12CF-F301-8153-EB546703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55F4E-75A6-A9B3-6ACE-AF1270156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2195" y="677526"/>
            <a:ext cx="4253024" cy="475800"/>
          </a:xfrm>
        </p:spPr>
        <p:txBody>
          <a:bodyPr/>
          <a:lstStyle/>
          <a:p>
            <a:r>
              <a:rPr lang="nl-BE" sz="2800" dirty="0"/>
              <a:t>Wat heb ik bereikt?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4175054-2CEE-85BB-D703-56B7D475F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79" y="1527593"/>
            <a:ext cx="7112470" cy="221506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BE" sz="1400" dirty="0" err="1"/>
              <a:t>Admins</a:t>
            </a:r>
            <a:r>
              <a:rPr lang="nl-BE" sz="1400" dirty="0"/>
              <a:t> kunnen nieuwe klanten en films toevoegen of wijzigen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Je krijgt een overzicht van alle films en klanten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 err="1"/>
              <a:t>Adminpagina</a:t>
            </a:r>
            <a:r>
              <a:rPr lang="nl-BE" sz="1400" dirty="0"/>
              <a:t> is beveiligd met een inlogsysteem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Je krijgt filteropties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Je kunt films opzoeken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Klanten kunnen inloggen of registreren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Klanten kunnen hun gegevens aanpassen en hun bestellingen zien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18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0CE5-0A66-A587-101C-B8C5A792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210D4-EB86-77FE-ED48-085808F43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677526"/>
            <a:ext cx="4572000" cy="475800"/>
          </a:xfrm>
        </p:spPr>
        <p:txBody>
          <a:bodyPr/>
          <a:lstStyle/>
          <a:p>
            <a:r>
              <a:rPr lang="nl-BE" sz="2800" dirty="0"/>
              <a:t>Wat heb ik bijgeleerd?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C3E2C7A-B023-2F04-F5B7-DCA65398C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79" y="1527593"/>
            <a:ext cx="7112470" cy="221506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Werken met een beheersysteem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BE" sz="1400" dirty="0"/>
              <a:t>Foto's kunnen tonen en toevoegen</a:t>
            </a:r>
          </a:p>
        </p:txBody>
      </p:sp>
    </p:spTree>
    <p:extLst>
      <p:ext uri="{BB962C8B-B14F-4D97-AF65-F5344CB8AC3E}">
        <p14:creationId xmlns:p14="http://schemas.microsoft.com/office/powerpoint/2010/main" val="395026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2B598-FE2A-6072-FFD9-44C797F1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48C27-1BED-01D5-AA76-5B68A6477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725" y="2095950"/>
            <a:ext cx="2314354" cy="475800"/>
          </a:xfrm>
        </p:spPr>
        <p:txBody>
          <a:bodyPr/>
          <a:lstStyle/>
          <a:p>
            <a:r>
              <a:rPr lang="nl-BE" sz="3200" dirty="0"/>
              <a:t>Vragen?</a:t>
            </a:r>
          </a:p>
        </p:txBody>
      </p:sp>
    </p:spTree>
    <p:extLst>
      <p:ext uri="{BB962C8B-B14F-4D97-AF65-F5344CB8AC3E}">
        <p14:creationId xmlns:p14="http://schemas.microsoft.com/office/powerpoint/2010/main" val="438274976"/>
      </p:ext>
    </p:extLst>
  </p:cSld>
  <p:clrMapOvr>
    <a:masterClrMapping/>
  </p:clrMapOvr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161</Words>
  <Application>Microsoft Office PowerPoint</Application>
  <PresentationFormat>Diavoorstelling (16:9)</PresentationFormat>
  <Paragraphs>27</Paragraphs>
  <Slides>8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Wingdings</vt:lpstr>
      <vt:lpstr>Orbitron</vt:lpstr>
      <vt:lpstr>Arial</vt:lpstr>
      <vt:lpstr>Archivo Light</vt:lpstr>
      <vt:lpstr>Virtual Metaverse Project Proposal by Slidesgo</vt:lpstr>
      <vt:lpstr>MovieHeaven verkoop en verhuur van films</vt:lpstr>
      <vt:lpstr>Kort uitleg</vt:lpstr>
      <vt:lpstr>Vroegere situatie</vt:lpstr>
      <vt:lpstr>Doel van het project</vt:lpstr>
      <vt:lpstr>Voorstelling tabellen</vt:lpstr>
      <vt:lpstr>Wat heb ik bereikt?</vt:lpstr>
      <vt:lpstr>Wat heb ik bijgeleerd?</vt:lpstr>
      <vt:lpstr>Vragen?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ayse uckuyulu</cp:lastModifiedBy>
  <cp:revision>6</cp:revision>
  <dcterms:modified xsi:type="dcterms:W3CDTF">2025-06-03T21:41:14Z</dcterms:modified>
</cp:coreProperties>
</file>