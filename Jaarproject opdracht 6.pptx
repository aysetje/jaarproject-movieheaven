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0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</p:sldIdLst>
  <p:sldSz cx="9144000" cy="5143500" type="screen16x9"/>
  <p:notesSz cx="6858000" cy="9144000"/>
  <p:embeddedFontLst>
    <p:embeddedFont>
      <p:font typeface="Archivo Light" panose="020B0604020202020204" charset="0"/>
      <p:regular r:id="rId11"/>
      <p:bold r:id="rId12"/>
      <p:italic r:id="rId13"/>
      <p:boldItalic r:id="rId14"/>
    </p:embeddedFont>
    <p:embeddedFont>
      <p:font typeface="Orbitron" panose="020B0604020202020204" charset="0"/>
      <p:regular r:id="rId15"/>
      <p:bold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D6F10B1-0BA7-456D-9693-ADEFA7F50711}">
  <a:tblStyle styleId="{9D6F10B1-0BA7-456D-9693-ADEFA7F5071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96" y="-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Google Shape;1378;g11ff4044692_0_6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9" name="Google Shape;1379;g11ff4044692_0_6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100" y="1166625"/>
            <a:ext cx="4640100" cy="223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093" y="3398924"/>
            <a:ext cx="4232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98627" y="452709"/>
            <a:ext cx="232368" cy="973684"/>
            <a:chOff x="6656577" y="3252597"/>
            <a:chExt cx="232368" cy="973684"/>
          </a:xfrm>
        </p:grpSpPr>
        <p:sp>
          <p:nvSpPr>
            <p:cNvPr id="12" name="Google Shape;12;p2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" name="Google Shape;24;p2"/>
          <p:cNvGrpSpPr/>
          <p:nvPr/>
        </p:nvGrpSpPr>
        <p:grpSpPr>
          <a:xfrm>
            <a:off x="783960" y="4261704"/>
            <a:ext cx="518269" cy="328105"/>
            <a:chOff x="783960" y="4261704"/>
            <a:chExt cx="518269" cy="328105"/>
          </a:xfrm>
        </p:grpSpPr>
        <p:sp>
          <p:nvSpPr>
            <p:cNvPr id="25" name="Google Shape;25;p2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" name="Google Shape;26;p2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27" name="Google Shape;27;p2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30;p2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" name="Google Shape;31;p2"/>
          <p:cNvGrpSpPr/>
          <p:nvPr/>
        </p:nvGrpSpPr>
        <p:grpSpPr>
          <a:xfrm>
            <a:off x="107062" y="345649"/>
            <a:ext cx="4182177" cy="4176917"/>
            <a:chOff x="3047674" y="939549"/>
            <a:chExt cx="4182177" cy="4176917"/>
          </a:xfrm>
        </p:grpSpPr>
        <p:sp>
          <p:nvSpPr>
            <p:cNvPr id="32" name="Google Shape;32;p2"/>
            <p:cNvSpPr/>
            <p:nvPr/>
          </p:nvSpPr>
          <p:spPr>
            <a:xfrm>
              <a:off x="6974568" y="939549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875033" y="1037232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7074406" y="1181381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6656876" y="5030718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369" y="3103"/>
                    <a:pt x="3070" y="2369"/>
                    <a:pt x="3070" y="1535"/>
                  </a:cubicBezTo>
                  <a:cubicBezTo>
                    <a:pt x="3070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6533418" y="4684960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3047674" y="3856443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3191437" y="3990978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3165635" y="3676741"/>
              <a:ext cx="200917" cy="171662"/>
            </a:xfrm>
            <a:custGeom>
              <a:avLst/>
              <a:gdLst/>
              <a:ahLst/>
              <a:cxnLst/>
              <a:rect l="l" t="t" r="r" b="b"/>
              <a:pathLst>
                <a:path w="7273" h="6214" extrusionOk="0">
                  <a:moveTo>
                    <a:pt x="934" y="0"/>
                  </a:moveTo>
                  <a:cubicBezTo>
                    <a:pt x="367" y="0"/>
                    <a:pt x="0" y="634"/>
                    <a:pt x="267" y="1135"/>
                  </a:cubicBezTo>
                  <a:lnTo>
                    <a:pt x="3002" y="5838"/>
                  </a:lnTo>
                  <a:cubicBezTo>
                    <a:pt x="3136" y="6088"/>
                    <a:pt x="3386" y="6213"/>
                    <a:pt x="3636" y="6213"/>
                  </a:cubicBezTo>
                  <a:cubicBezTo>
                    <a:pt x="3886" y="6213"/>
                    <a:pt x="4137" y="6088"/>
                    <a:pt x="4270" y="5838"/>
                  </a:cubicBezTo>
                  <a:lnTo>
                    <a:pt x="7005" y="1135"/>
                  </a:lnTo>
                  <a:cubicBezTo>
                    <a:pt x="7272" y="601"/>
                    <a:pt x="6905" y="0"/>
                    <a:pt x="63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40;p2"/>
          <p:cNvGrpSpPr/>
          <p:nvPr/>
        </p:nvGrpSpPr>
        <p:grpSpPr>
          <a:xfrm>
            <a:off x="1714228" y="4261677"/>
            <a:ext cx="1271472" cy="625139"/>
            <a:chOff x="855125" y="612150"/>
            <a:chExt cx="511700" cy="251575"/>
          </a:xfrm>
        </p:grpSpPr>
        <p:sp>
          <p:nvSpPr>
            <p:cNvPr id="41" name="Google Shape;41;p2"/>
            <p:cNvSpPr/>
            <p:nvPr/>
          </p:nvSpPr>
          <p:spPr>
            <a:xfrm>
              <a:off x="1309725" y="612150"/>
              <a:ext cx="57100" cy="57100"/>
            </a:xfrm>
            <a:custGeom>
              <a:avLst/>
              <a:gdLst/>
              <a:ahLst/>
              <a:cxnLst/>
              <a:rect l="l" t="t" r="r" b="b"/>
              <a:pathLst>
                <a:path w="2284" h="2284" extrusionOk="0">
                  <a:moveTo>
                    <a:pt x="1" y="1"/>
                  </a:moveTo>
                  <a:lnTo>
                    <a:pt x="1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855125" y="730100"/>
              <a:ext cx="103700" cy="104150"/>
            </a:xfrm>
            <a:custGeom>
              <a:avLst/>
              <a:gdLst/>
              <a:ahLst/>
              <a:cxnLst/>
              <a:rect l="l" t="t" r="r" b="b"/>
              <a:pathLst>
                <a:path w="4148" h="4166" extrusionOk="0">
                  <a:moveTo>
                    <a:pt x="1" y="0"/>
                  </a:moveTo>
                  <a:lnTo>
                    <a:pt x="1" y="4166"/>
                  </a:lnTo>
                  <a:lnTo>
                    <a:pt x="4147" y="4166"/>
                  </a:lnTo>
                  <a:lnTo>
                    <a:pt x="414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917425" y="792375"/>
              <a:ext cx="71350" cy="71350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1" y="1"/>
                  </a:moveTo>
                  <a:lnTo>
                    <a:pt x="1" y="2854"/>
                  </a:lnTo>
                  <a:lnTo>
                    <a:pt x="2854" y="2854"/>
                  </a:lnTo>
                  <a:lnTo>
                    <a:pt x="285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1476312" y="221824"/>
            <a:ext cx="609540" cy="583574"/>
            <a:chOff x="3105300" y="593625"/>
            <a:chExt cx="256800" cy="245850"/>
          </a:xfrm>
        </p:grpSpPr>
        <p:sp>
          <p:nvSpPr>
            <p:cNvPr id="45" name="Google Shape;45;p2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2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49;p2"/>
          <p:cNvGrpSpPr/>
          <p:nvPr/>
        </p:nvGrpSpPr>
        <p:grpSpPr>
          <a:xfrm>
            <a:off x="3963663" y="-2091225"/>
            <a:ext cx="8043475" cy="8043475"/>
            <a:chOff x="1241175" y="-1300650"/>
            <a:chExt cx="8043475" cy="8043475"/>
          </a:xfrm>
        </p:grpSpPr>
        <p:sp>
          <p:nvSpPr>
            <p:cNvPr id="50" name="Google Shape;50;p2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1" name="Google Shape;1231;p29"/>
          <p:cNvGrpSpPr/>
          <p:nvPr/>
        </p:nvGrpSpPr>
        <p:grpSpPr>
          <a:xfrm>
            <a:off x="198627" y="452709"/>
            <a:ext cx="232368" cy="973684"/>
            <a:chOff x="6656577" y="3252597"/>
            <a:chExt cx="232368" cy="973684"/>
          </a:xfrm>
        </p:grpSpPr>
        <p:sp>
          <p:nvSpPr>
            <p:cNvPr id="1232" name="Google Shape;1232;p29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29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29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29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29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29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29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29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29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29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29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29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44" name="Google Shape;1244;p29"/>
          <p:cNvGrpSpPr/>
          <p:nvPr/>
        </p:nvGrpSpPr>
        <p:grpSpPr>
          <a:xfrm>
            <a:off x="1844035" y="4194479"/>
            <a:ext cx="518269" cy="328105"/>
            <a:chOff x="783960" y="4261704"/>
            <a:chExt cx="518269" cy="328105"/>
          </a:xfrm>
        </p:grpSpPr>
        <p:sp>
          <p:nvSpPr>
            <p:cNvPr id="1245" name="Google Shape;1245;p29"/>
            <p:cNvSpPr/>
            <p:nvPr/>
          </p:nvSpPr>
          <p:spPr>
            <a:xfrm>
              <a:off x="1072397" y="4333585"/>
              <a:ext cx="69145" cy="69145"/>
            </a:xfrm>
            <a:custGeom>
              <a:avLst/>
              <a:gdLst/>
              <a:ahLst/>
              <a:cxnLst/>
              <a:rect l="l" t="t" r="r" b="b"/>
              <a:pathLst>
                <a:path w="2503" h="2503" extrusionOk="0">
                  <a:moveTo>
                    <a:pt x="1234" y="1"/>
                  </a:moveTo>
                  <a:cubicBezTo>
                    <a:pt x="534" y="1"/>
                    <a:pt x="0" y="535"/>
                    <a:pt x="0" y="1268"/>
                  </a:cubicBezTo>
                  <a:cubicBezTo>
                    <a:pt x="0" y="1969"/>
                    <a:pt x="534" y="2503"/>
                    <a:pt x="1234" y="2503"/>
                  </a:cubicBezTo>
                  <a:cubicBezTo>
                    <a:pt x="1968" y="2503"/>
                    <a:pt x="2502" y="1969"/>
                    <a:pt x="2502" y="1268"/>
                  </a:cubicBezTo>
                  <a:cubicBezTo>
                    <a:pt x="2502" y="601"/>
                    <a:pt x="1902" y="1"/>
                    <a:pt x="1234" y="1"/>
                  </a:cubicBezTo>
                  <a:close/>
                </a:path>
              </a:pathLst>
            </a:custGeom>
            <a:solidFill>
              <a:srgbClr val="B6F2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46" name="Google Shape;1246;p29"/>
            <p:cNvGrpSpPr/>
            <p:nvPr/>
          </p:nvGrpSpPr>
          <p:grpSpPr>
            <a:xfrm>
              <a:off x="783960" y="4261704"/>
              <a:ext cx="518269" cy="328105"/>
              <a:chOff x="783960" y="4261704"/>
              <a:chExt cx="518269" cy="328105"/>
            </a:xfrm>
          </p:grpSpPr>
          <p:sp>
            <p:nvSpPr>
              <p:cNvPr id="1247" name="Google Shape;1247;p29"/>
              <p:cNvSpPr/>
              <p:nvPr/>
            </p:nvSpPr>
            <p:spPr>
              <a:xfrm>
                <a:off x="1216509" y="4325297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34" y="601"/>
                    </a:moveTo>
                    <a:cubicBezTo>
                      <a:pt x="2035" y="601"/>
                      <a:pt x="2502" y="1001"/>
                      <a:pt x="2502" y="1568"/>
                    </a:cubicBezTo>
                    <a:cubicBezTo>
                      <a:pt x="2502" y="2102"/>
                      <a:pt x="2102" y="2502"/>
                      <a:pt x="1534" y="2502"/>
                    </a:cubicBezTo>
                    <a:cubicBezTo>
                      <a:pt x="1001" y="2502"/>
                      <a:pt x="600" y="2102"/>
                      <a:pt x="600" y="1568"/>
                    </a:cubicBezTo>
                    <a:cubicBezTo>
                      <a:pt x="600" y="1001"/>
                      <a:pt x="1001" y="601"/>
                      <a:pt x="1534" y="601"/>
                    </a:cubicBezTo>
                    <a:close/>
                    <a:moveTo>
                      <a:pt x="1534" y="1"/>
                    </a:moveTo>
                    <a:cubicBezTo>
                      <a:pt x="701" y="1"/>
                      <a:pt x="0" y="734"/>
                      <a:pt x="0" y="1568"/>
                    </a:cubicBezTo>
                    <a:cubicBezTo>
                      <a:pt x="0" y="2402"/>
                      <a:pt x="701" y="3103"/>
                      <a:pt x="1534" y="3103"/>
                    </a:cubicBezTo>
                    <a:cubicBezTo>
                      <a:pt x="2368" y="3103"/>
                      <a:pt x="3036" y="2436"/>
                      <a:pt x="3102" y="1568"/>
                    </a:cubicBezTo>
                    <a:cubicBezTo>
                      <a:pt x="3102" y="734"/>
                      <a:pt x="2368" y="1"/>
                      <a:pt x="15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Google Shape;1248;p29"/>
              <p:cNvSpPr/>
              <p:nvPr/>
            </p:nvSpPr>
            <p:spPr>
              <a:xfrm>
                <a:off x="1057995" y="4504061"/>
                <a:ext cx="84809" cy="85748"/>
              </a:xfrm>
              <a:custGeom>
                <a:avLst/>
                <a:gdLst/>
                <a:ahLst/>
                <a:cxnLst/>
                <a:rect l="l" t="t" r="r" b="b"/>
                <a:pathLst>
                  <a:path w="3070" h="3104" extrusionOk="0">
                    <a:moveTo>
                      <a:pt x="1535" y="601"/>
                    </a:moveTo>
                    <a:cubicBezTo>
                      <a:pt x="2069" y="601"/>
                      <a:pt x="2536" y="1035"/>
                      <a:pt x="2502" y="1535"/>
                    </a:cubicBezTo>
                    <a:cubicBezTo>
                      <a:pt x="2502" y="2069"/>
                      <a:pt x="2069" y="2503"/>
                      <a:pt x="1535" y="2503"/>
                    </a:cubicBezTo>
                    <a:cubicBezTo>
                      <a:pt x="1001" y="2503"/>
                      <a:pt x="568" y="2069"/>
                      <a:pt x="568" y="1535"/>
                    </a:cubicBezTo>
                    <a:cubicBezTo>
                      <a:pt x="568" y="1002"/>
                      <a:pt x="1001" y="601"/>
                      <a:pt x="1535" y="601"/>
                    </a:cubicBezTo>
                    <a:close/>
                    <a:moveTo>
                      <a:pt x="1535" y="1"/>
                    </a:moveTo>
                    <a:cubicBezTo>
                      <a:pt x="701" y="1"/>
                      <a:pt x="1" y="701"/>
                      <a:pt x="1" y="1535"/>
                    </a:cubicBezTo>
                    <a:cubicBezTo>
                      <a:pt x="1" y="2369"/>
                      <a:pt x="701" y="3103"/>
                      <a:pt x="1535" y="3103"/>
                    </a:cubicBezTo>
                    <a:cubicBezTo>
                      <a:pt x="2402" y="3103"/>
                      <a:pt x="3069" y="2369"/>
                      <a:pt x="3069" y="1535"/>
                    </a:cubicBezTo>
                    <a:cubicBezTo>
                      <a:pt x="3069" y="701"/>
                      <a:pt x="2369" y="1"/>
                      <a:pt x="1535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Google Shape;1249;p29"/>
              <p:cNvSpPr/>
              <p:nvPr/>
            </p:nvSpPr>
            <p:spPr>
              <a:xfrm>
                <a:off x="883495" y="4261704"/>
                <a:ext cx="15691" cy="213818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40" extrusionOk="0">
                    <a:moveTo>
                      <a:pt x="300" y="1"/>
                    </a:moveTo>
                    <a:cubicBezTo>
                      <a:pt x="133" y="1"/>
                      <a:pt x="0" y="134"/>
                      <a:pt x="0" y="301"/>
                    </a:cubicBezTo>
                    <a:lnTo>
                      <a:pt x="0" y="7440"/>
                    </a:lnTo>
                    <a:cubicBezTo>
                      <a:pt x="0" y="7606"/>
                      <a:pt x="133" y="7740"/>
                      <a:pt x="300" y="7740"/>
                    </a:cubicBezTo>
                    <a:cubicBezTo>
                      <a:pt x="400" y="7740"/>
                      <a:pt x="534" y="7606"/>
                      <a:pt x="567" y="7440"/>
                    </a:cubicBezTo>
                    <a:lnTo>
                      <a:pt x="567" y="301"/>
                    </a:lnTo>
                    <a:cubicBezTo>
                      <a:pt x="567" y="134"/>
                      <a:pt x="467" y="1"/>
                      <a:pt x="300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Google Shape;1250;p29"/>
              <p:cNvSpPr/>
              <p:nvPr/>
            </p:nvSpPr>
            <p:spPr>
              <a:xfrm>
                <a:off x="783960" y="4360326"/>
                <a:ext cx="213818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40" h="568" extrusionOk="0">
                    <a:moveTo>
                      <a:pt x="301" y="0"/>
                    </a:moveTo>
                    <a:cubicBezTo>
                      <a:pt x="134" y="0"/>
                      <a:pt x="0" y="134"/>
                      <a:pt x="0" y="300"/>
                    </a:cubicBezTo>
                    <a:cubicBezTo>
                      <a:pt x="0" y="467"/>
                      <a:pt x="134" y="567"/>
                      <a:pt x="301" y="567"/>
                    </a:cubicBezTo>
                    <a:lnTo>
                      <a:pt x="7439" y="567"/>
                    </a:lnTo>
                    <a:cubicBezTo>
                      <a:pt x="7606" y="567"/>
                      <a:pt x="7739" y="467"/>
                      <a:pt x="7739" y="300"/>
                    </a:cubicBezTo>
                    <a:cubicBezTo>
                      <a:pt x="7739" y="100"/>
                      <a:pt x="7606" y="0"/>
                      <a:pt x="7439" y="0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51" name="Google Shape;1251;p29"/>
          <p:cNvGrpSpPr/>
          <p:nvPr/>
        </p:nvGrpSpPr>
        <p:grpSpPr>
          <a:xfrm>
            <a:off x="107062" y="345649"/>
            <a:ext cx="4182177" cy="4176917"/>
            <a:chOff x="3047674" y="939549"/>
            <a:chExt cx="4182177" cy="4176917"/>
          </a:xfrm>
        </p:grpSpPr>
        <p:sp>
          <p:nvSpPr>
            <p:cNvPr id="1252" name="Google Shape;1252;p29"/>
            <p:cNvSpPr/>
            <p:nvPr/>
          </p:nvSpPr>
          <p:spPr>
            <a:xfrm>
              <a:off x="6974568" y="939549"/>
              <a:ext cx="15691" cy="212906"/>
            </a:xfrm>
            <a:custGeom>
              <a:avLst/>
              <a:gdLst/>
              <a:ahLst/>
              <a:cxnLst/>
              <a:rect l="l" t="t" r="r" b="b"/>
              <a:pathLst>
                <a:path w="568" h="7707" extrusionOk="0">
                  <a:moveTo>
                    <a:pt x="267" y="1"/>
                  </a:moveTo>
                  <a:cubicBezTo>
                    <a:pt x="100" y="1"/>
                    <a:pt x="0" y="101"/>
                    <a:pt x="0" y="268"/>
                  </a:cubicBezTo>
                  <a:lnTo>
                    <a:pt x="0" y="7406"/>
                  </a:lnTo>
                  <a:cubicBezTo>
                    <a:pt x="0" y="7573"/>
                    <a:pt x="100" y="7706"/>
                    <a:pt x="267" y="7706"/>
                  </a:cubicBezTo>
                  <a:cubicBezTo>
                    <a:pt x="400" y="7706"/>
                    <a:pt x="534" y="7573"/>
                    <a:pt x="567" y="7406"/>
                  </a:cubicBezTo>
                  <a:lnTo>
                    <a:pt x="567" y="268"/>
                  </a:lnTo>
                  <a:cubicBezTo>
                    <a:pt x="567" y="101"/>
                    <a:pt x="434" y="1"/>
                    <a:pt x="26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29"/>
            <p:cNvSpPr/>
            <p:nvPr/>
          </p:nvSpPr>
          <p:spPr>
            <a:xfrm>
              <a:off x="6875033" y="1037232"/>
              <a:ext cx="212906" cy="15691"/>
            </a:xfrm>
            <a:custGeom>
              <a:avLst/>
              <a:gdLst/>
              <a:ahLst/>
              <a:cxnLst/>
              <a:rect l="l" t="t" r="r" b="b"/>
              <a:pathLst>
                <a:path w="7707" h="568" extrusionOk="0">
                  <a:moveTo>
                    <a:pt x="301" y="1"/>
                  </a:moveTo>
                  <a:cubicBezTo>
                    <a:pt x="134" y="1"/>
                    <a:pt x="1" y="134"/>
                    <a:pt x="1" y="301"/>
                  </a:cubicBezTo>
                  <a:cubicBezTo>
                    <a:pt x="1" y="468"/>
                    <a:pt x="134" y="568"/>
                    <a:pt x="301" y="568"/>
                  </a:cubicBezTo>
                  <a:lnTo>
                    <a:pt x="7439" y="568"/>
                  </a:lnTo>
                  <a:cubicBezTo>
                    <a:pt x="7606" y="568"/>
                    <a:pt x="7706" y="468"/>
                    <a:pt x="7706" y="301"/>
                  </a:cubicBezTo>
                  <a:cubicBezTo>
                    <a:pt x="7706" y="101"/>
                    <a:pt x="7606" y="1"/>
                    <a:pt x="743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29"/>
            <p:cNvSpPr/>
            <p:nvPr/>
          </p:nvSpPr>
          <p:spPr>
            <a:xfrm>
              <a:off x="7074406" y="1181381"/>
              <a:ext cx="155446" cy="160916"/>
            </a:xfrm>
            <a:custGeom>
              <a:avLst/>
              <a:gdLst/>
              <a:ahLst/>
              <a:cxnLst/>
              <a:rect l="l" t="t" r="r" b="b"/>
              <a:pathLst>
                <a:path w="5627" h="5825" extrusionOk="0">
                  <a:moveTo>
                    <a:pt x="673" y="0"/>
                  </a:moveTo>
                  <a:cubicBezTo>
                    <a:pt x="305" y="0"/>
                    <a:pt x="1" y="343"/>
                    <a:pt x="55" y="754"/>
                  </a:cubicBezTo>
                  <a:lnTo>
                    <a:pt x="623" y="5290"/>
                  </a:lnTo>
                  <a:cubicBezTo>
                    <a:pt x="669" y="5613"/>
                    <a:pt x="955" y="5825"/>
                    <a:pt x="1248" y="5825"/>
                  </a:cubicBezTo>
                  <a:cubicBezTo>
                    <a:pt x="1378" y="5825"/>
                    <a:pt x="1510" y="5783"/>
                    <a:pt x="1623" y="5690"/>
                  </a:cubicBezTo>
                  <a:lnTo>
                    <a:pt x="5259" y="2922"/>
                  </a:lnTo>
                  <a:cubicBezTo>
                    <a:pt x="5626" y="2622"/>
                    <a:pt x="5526" y="2021"/>
                    <a:pt x="5126" y="1821"/>
                  </a:cubicBezTo>
                  <a:lnTo>
                    <a:pt x="923" y="53"/>
                  </a:lnTo>
                  <a:cubicBezTo>
                    <a:pt x="839" y="17"/>
                    <a:pt x="754" y="0"/>
                    <a:pt x="67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29"/>
            <p:cNvSpPr/>
            <p:nvPr/>
          </p:nvSpPr>
          <p:spPr>
            <a:xfrm>
              <a:off x="6656876" y="5030718"/>
              <a:ext cx="84809" cy="85748"/>
            </a:xfrm>
            <a:custGeom>
              <a:avLst/>
              <a:gdLst/>
              <a:ahLst/>
              <a:cxnLst/>
              <a:rect l="l" t="t" r="r" b="b"/>
              <a:pathLst>
                <a:path w="3070" h="3104" extrusionOk="0">
                  <a:moveTo>
                    <a:pt x="1535" y="1"/>
                  </a:moveTo>
                  <a:cubicBezTo>
                    <a:pt x="701" y="1"/>
                    <a:pt x="1" y="701"/>
                    <a:pt x="1" y="1535"/>
                  </a:cubicBezTo>
                  <a:cubicBezTo>
                    <a:pt x="1" y="2369"/>
                    <a:pt x="701" y="3103"/>
                    <a:pt x="1535" y="3103"/>
                  </a:cubicBezTo>
                  <a:cubicBezTo>
                    <a:pt x="2369" y="3103"/>
                    <a:pt x="3070" y="2369"/>
                    <a:pt x="3070" y="1535"/>
                  </a:cubicBezTo>
                  <a:cubicBezTo>
                    <a:pt x="3070" y="701"/>
                    <a:pt x="2369" y="1"/>
                    <a:pt x="15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29"/>
            <p:cNvSpPr/>
            <p:nvPr/>
          </p:nvSpPr>
          <p:spPr>
            <a:xfrm>
              <a:off x="6533418" y="4684960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29"/>
            <p:cNvSpPr/>
            <p:nvPr/>
          </p:nvSpPr>
          <p:spPr>
            <a:xfrm>
              <a:off x="3047674" y="3856443"/>
              <a:ext cx="69145" cy="69118"/>
            </a:xfrm>
            <a:custGeom>
              <a:avLst/>
              <a:gdLst/>
              <a:ahLst/>
              <a:cxnLst/>
              <a:rect l="l" t="t" r="r" b="b"/>
              <a:pathLst>
                <a:path w="2503" h="2502" extrusionOk="0">
                  <a:moveTo>
                    <a:pt x="1268" y="0"/>
                  </a:moveTo>
                  <a:cubicBezTo>
                    <a:pt x="534" y="0"/>
                    <a:pt x="1" y="534"/>
                    <a:pt x="1" y="1234"/>
                  </a:cubicBezTo>
                  <a:cubicBezTo>
                    <a:pt x="1" y="1968"/>
                    <a:pt x="534" y="2502"/>
                    <a:pt x="1268" y="2502"/>
                  </a:cubicBezTo>
                  <a:cubicBezTo>
                    <a:pt x="1969" y="2502"/>
                    <a:pt x="2502" y="1968"/>
                    <a:pt x="2502" y="1234"/>
                  </a:cubicBezTo>
                  <a:cubicBezTo>
                    <a:pt x="2502" y="534"/>
                    <a:pt x="1935" y="0"/>
                    <a:pt x="12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29"/>
            <p:cNvSpPr/>
            <p:nvPr/>
          </p:nvSpPr>
          <p:spPr>
            <a:xfrm>
              <a:off x="3191437" y="3990978"/>
              <a:ext cx="85720" cy="85720"/>
            </a:xfrm>
            <a:custGeom>
              <a:avLst/>
              <a:gdLst/>
              <a:ahLst/>
              <a:cxnLst/>
              <a:rect l="l" t="t" r="r" b="b"/>
              <a:pathLst>
                <a:path w="3103" h="3103" extrusionOk="0">
                  <a:moveTo>
                    <a:pt x="1568" y="0"/>
                  </a:moveTo>
                  <a:cubicBezTo>
                    <a:pt x="734" y="0"/>
                    <a:pt x="0" y="701"/>
                    <a:pt x="0" y="1535"/>
                  </a:cubicBezTo>
                  <a:cubicBezTo>
                    <a:pt x="0" y="2369"/>
                    <a:pt x="734" y="3102"/>
                    <a:pt x="1568" y="3102"/>
                  </a:cubicBezTo>
                  <a:cubicBezTo>
                    <a:pt x="2402" y="3102"/>
                    <a:pt x="3102" y="2369"/>
                    <a:pt x="3102" y="1535"/>
                  </a:cubicBezTo>
                  <a:cubicBezTo>
                    <a:pt x="3102" y="667"/>
                    <a:pt x="2402" y="0"/>
                    <a:pt x="15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29"/>
            <p:cNvSpPr/>
            <p:nvPr/>
          </p:nvSpPr>
          <p:spPr>
            <a:xfrm>
              <a:off x="3165635" y="3676741"/>
              <a:ext cx="200917" cy="171662"/>
            </a:xfrm>
            <a:custGeom>
              <a:avLst/>
              <a:gdLst/>
              <a:ahLst/>
              <a:cxnLst/>
              <a:rect l="l" t="t" r="r" b="b"/>
              <a:pathLst>
                <a:path w="7273" h="6214" extrusionOk="0">
                  <a:moveTo>
                    <a:pt x="934" y="0"/>
                  </a:moveTo>
                  <a:cubicBezTo>
                    <a:pt x="367" y="0"/>
                    <a:pt x="0" y="634"/>
                    <a:pt x="267" y="1135"/>
                  </a:cubicBezTo>
                  <a:lnTo>
                    <a:pt x="3002" y="5838"/>
                  </a:lnTo>
                  <a:cubicBezTo>
                    <a:pt x="3136" y="6088"/>
                    <a:pt x="3386" y="6213"/>
                    <a:pt x="3636" y="6213"/>
                  </a:cubicBezTo>
                  <a:cubicBezTo>
                    <a:pt x="3886" y="6213"/>
                    <a:pt x="4137" y="6088"/>
                    <a:pt x="4270" y="5838"/>
                  </a:cubicBezTo>
                  <a:lnTo>
                    <a:pt x="7005" y="1135"/>
                  </a:lnTo>
                  <a:cubicBezTo>
                    <a:pt x="7272" y="601"/>
                    <a:pt x="6905" y="0"/>
                    <a:pt x="637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0" name="Google Shape;1260;p29"/>
          <p:cNvGrpSpPr/>
          <p:nvPr/>
        </p:nvGrpSpPr>
        <p:grpSpPr>
          <a:xfrm>
            <a:off x="7159428" y="3943727"/>
            <a:ext cx="1271472" cy="625139"/>
            <a:chOff x="855125" y="612150"/>
            <a:chExt cx="511700" cy="251575"/>
          </a:xfrm>
        </p:grpSpPr>
        <p:sp>
          <p:nvSpPr>
            <p:cNvPr id="1261" name="Google Shape;1261;p29"/>
            <p:cNvSpPr/>
            <p:nvPr/>
          </p:nvSpPr>
          <p:spPr>
            <a:xfrm>
              <a:off x="1309725" y="612150"/>
              <a:ext cx="57100" cy="57100"/>
            </a:xfrm>
            <a:custGeom>
              <a:avLst/>
              <a:gdLst/>
              <a:ahLst/>
              <a:cxnLst/>
              <a:rect l="l" t="t" r="r" b="b"/>
              <a:pathLst>
                <a:path w="2284" h="2284" extrusionOk="0">
                  <a:moveTo>
                    <a:pt x="1" y="1"/>
                  </a:moveTo>
                  <a:lnTo>
                    <a:pt x="1" y="2283"/>
                  </a:lnTo>
                  <a:lnTo>
                    <a:pt x="2283" y="2283"/>
                  </a:lnTo>
                  <a:lnTo>
                    <a:pt x="2283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29"/>
            <p:cNvSpPr/>
            <p:nvPr/>
          </p:nvSpPr>
          <p:spPr>
            <a:xfrm>
              <a:off x="855125" y="730100"/>
              <a:ext cx="103700" cy="104150"/>
            </a:xfrm>
            <a:custGeom>
              <a:avLst/>
              <a:gdLst/>
              <a:ahLst/>
              <a:cxnLst/>
              <a:rect l="l" t="t" r="r" b="b"/>
              <a:pathLst>
                <a:path w="4148" h="4166" extrusionOk="0">
                  <a:moveTo>
                    <a:pt x="1" y="0"/>
                  </a:moveTo>
                  <a:lnTo>
                    <a:pt x="1" y="4166"/>
                  </a:lnTo>
                  <a:lnTo>
                    <a:pt x="4147" y="4166"/>
                  </a:lnTo>
                  <a:lnTo>
                    <a:pt x="414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29"/>
            <p:cNvSpPr/>
            <p:nvPr/>
          </p:nvSpPr>
          <p:spPr>
            <a:xfrm>
              <a:off x="917425" y="792375"/>
              <a:ext cx="71350" cy="71350"/>
            </a:xfrm>
            <a:custGeom>
              <a:avLst/>
              <a:gdLst/>
              <a:ahLst/>
              <a:cxnLst/>
              <a:rect l="l" t="t" r="r" b="b"/>
              <a:pathLst>
                <a:path w="2854" h="2854" extrusionOk="0">
                  <a:moveTo>
                    <a:pt x="1" y="1"/>
                  </a:moveTo>
                  <a:lnTo>
                    <a:pt x="1" y="2854"/>
                  </a:lnTo>
                  <a:lnTo>
                    <a:pt x="2854" y="2854"/>
                  </a:lnTo>
                  <a:lnTo>
                    <a:pt x="285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4" name="Google Shape;1264;p29"/>
          <p:cNvGrpSpPr/>
          <p:nvPr/>
        </p:nvGrpSpPr>
        <p:grpSpPr>
          <a:xfrm>
            <a:off x="1476312" y="221824"/>
            <a:ext cx="609540" cy="583574"/>
            <a:chOff x="3105300" y="593625"/>
            <a:chExt cx="256800" cy="245850"/>
          </a:xfrm>
        </p:grpSpPr>
        <p:sp>
          <p:nvSpPr>
            <p:cNvPr id="1265" name="Google Shape;1265;p29"/>
            <p:cNvSpPr/>
            <p:nvPr/>
          </p:nvSpPr>
          <p:spPr>
            <a:xfrm>
              <a:off x="3130975" y="695850"/>
              <a:ext cx="109875" cy="109875"/>
            </a:xfrm>
            <a:custGeom>
              <a:avLst/>
              <a:gdLst/>
              <a:ahLst/>
              <a:cxnLst/>
              <a:rect l="l" t="t" r="r" b="b"/>
              <a:pathLst>
                <a:path w="4395" h="4395" extrusionOk="0">
                  <a:moveTo>
                    <a:pt x="1" y="1"/>
                  </a:moveTo>
                  <a:lnTo>
                    <a:pt x="1" y="4394"/>
                  </a:lnTo>
                  <a:lnTo>
                    <a:pt x="4394" y="4394"/>
                  </a:lnTo>
                  <a:lnTo>
                    <a:pt x="4394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29"/>
            <p:cNvSpPr/>
            <p:nvPr/>
          </p:nvSpPr>
          <p:spPr>
            <a:xfrm>
              <a:off x="3202300" y="765275"/>
              <a:ext cx="74200" cy="74200"/>
            </a:xfrm>
            <a:custGeom>
              <a:avLst/>
              <a:gdLst/>
              <a:ahLst/>
              <a:cxnLst/>
              <a:rect l="l" t="t" r="r" b="b"/>
              <a:pathLst>
                <a:path w="2968" h="2968" extrusionOk="0">
                  <a:moveTo>
                    <a:pt x="1" y="1"/>
                  </a:moveTo>
                  <a:lnTo>
                    <a:pt x="1" y="2968"/>
                  </a:lnTo>
                  <a:lnTo>
                    <a:pt x="2968" y="2968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29"/>
            <p:cNvSpPr/>
            <p:nvPr/>
          </p:nvSpPr>
          <p:spPr>
            <a:xfrm>
              <a:off x="3293125" y="652575"/>
              <a:ext cx="68975" cy="68975"/>
            </a:xfrm>
            <a:custGeom>
              <a:avLst/>
              <a:gdLst/>
              <a:ahLst/>
              <a:cxnLst/>
              <a:rect l="l" t="t" r="r" b="b"/>
              <a:pathLst>
                <a:path w="2759" h="2759" extrusionOk="0">
                  <a:moveTo>
                    <a:pt x="1" y="1"/>
                  </a:moveTo>
                  <a:lnTo>
                    <a:pt x="1" y="2759"/>
                  </a:lnTo>
                  <a:lnTo>
                    <a:pt x="2759" y="2759"/>
                  </a:lnTo>
                  <a:lnTo>
                    <a:pt x="2759" y="1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29"/>
            <p:cNvSpPr/>
            <p:nvPr/>
          </p:nvSpPr>
          <p:spPr>
            <a:xfrm>
              <a:off x="3105300" y="593625"/>
              <a:ext cx="35675" cy="35675"/>
            </a:xfrm>
            <a:custGeom>
              <a:avLst/>
              <a:gdLst/>
              <a:ahLst/>
              <a:cxnLst/>
              <a:rect l="l" t="t" r="r" b="b"/>
              <a:pathLst>
                <a:path w="1427" h="1427" extrusionOk="0">
                  <a:moveTo>
                    <a:pt x="0" y="0"/>
                  </a:moveTo>
                  <a:lnTo>
                    <a:pt x="0" y="1427"/>
                  </a:lnTo>
                  <a:lnTo>
                    <a:pt x="1427" y="1427"/>
                  </a:lnTo>
                  <a:lnTo>
                    <a:pt x="1427" y="0"/>
                  </a:lnTo>
                  <a:close/>
                </a:path>
              </a:pathLst>
            </a:custGeom>
            <a:solidFill>
              <a:srgbClr val="FFFFFF">
                <a:alpha val="312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9" name="Google Shape;1269;p29"/>
          <p:cNvGrpSpPr/>
          <p:nvPr/>
        </p:nvGrpSpPr>
        <p:grpSpPr>
          <a:xfrm>
            <a:off x="3963663" y="-2091225"/>
            <a:ext cx="8043475" cy="8043475"/>
            <a:chOff x="1241175" y="-1300650"/>
            <a:chExt cx="8043475" cy="8043475"/>
          </a:xfrm>
        </p:grpSpPr>
        <p:sp>
          <p:nvSpPr>
            <p:cNvPr id="1270" name="Google Shape;1270;p29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29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29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29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29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29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29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8" name="Google Shape;1278;p30"/>
          <p:cNvGrpSpPr/>
          <p:nvPr/>
        </p:nvGrpSpPr>
        <p:grpSpPr>
          <a:xfrm>
            <a:off x="4800605" y="-2897864"/>
            <a:ext cx="8043475" cy="8043475"/>
            <a:chOff x="1241175" y="-1300650"/>
            <a:chExt cx="8043475" cy="8043475"/>
          </a:xfrm>
        </p:grpSpPr>
        <p:sp>
          <p:nvSpPr>
            <p:cNvPr id="1279" name="Google Shape;1279;p30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0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0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0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0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0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0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6" name="Google Shape;1286;p30"/>
          <p:cNvGrpSpPr/>
          <p:nvPr/>
        </p:nvGrpSpPr>
        <p:grpSpPr>
          <a:xfrm>
            <a:off x="218646" y="467609"/>
            <a:ext cx="8696480" cy="4569349"/>
            <a:chOff x="218646" y="467609"/>
            <a:chExt cx="8696480" cy="4569349"/>
          </a:xfrm>
        </p:grpSpPr>
        <p:grpSp>
          <p:nvGrpSpPr>
            <p:cNvPr id="1287" name="Google Shape;1287;p30"/>
            <p:cNvGrpSpPr/>
            <p:nvPr/>
          </p:nvGrpSpPr>
          <p:grpSpPr>
            <a:xfrm>
              <a:off x="8309110" y="4708854"/>
              <a:ext cx="518269" cy="328105"/>
              <a:chOff x="783960" y="4261704"/>
              <a:chExt cx="518269" cy="328105"/>
            </a:xfrm>
          </p:grpSpPr>
          <p:sp>
            <p:nvSpPr>
              <p:cNvPr id="1288" name="Google Shape;1288;p30"/>
              <p:cNvSpPr/>
              <p:nvPr/>
            </p:nvSpPr>
            <p:spPr>
              <a:xfrm>
                <a:off x="1072397" y="4333585"/>
                <a:ext cx="69145" cy="6914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3" extrusionOk="0">
                    <a:moveTo>
                      <a:pt x="1234" y="1"/>
                    </a:moveTo>
                    <a:cubicBezTo>
                      <a:pt x="534" y="1"/>
                      <a:pt x="0" y="535"/>
                      <a:pt x="0" y="1268"/>
                    </a:cubicBezTo>
                    <a:cubicBezTo>
                      <a:pt x="0" y="1969"/>
                      <a:pt x="534" y="2503"/>
                      <a:pt x="1234" y="2503"/>
                    </a:cubicBezTo>
                    <a:cubicBezTo>
                      <a:pt x="1968" y="2503"/>
                      <a:pt x="2502" y="1969"/>
                      <a:pt x="2502" y="1268"/>
                    </a:cubicBezTo>
                    <a:cubicBezTo>
                      <a:pt x="2502" y="601"/>
                      <a:pt x="1902" y="1"/>
                      <a:pt x="1234" y="1"/>
                    </a:cubicBezTo>
                    <a:close/>
                  </a:path>
                </a:pathLst>
              </a:custGeom>
              <a:solidFill>
                <a:srgbClr val="B6F2F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289" name="Google Shape;1289;p30"/>
              <p:cNvGrpSpPr/>
              <p:nvPr/>
            </p:nvGrpSpPr>
            <p:grpSpPr>
              <a:xfrm>
                <a:off x="783960" y="4261704"/>
                <a:ext cx="518269" cy="328105"/>
                <a:chOff x="783960" y="4261704"/>
                <a:chExt cx="518269" cy="328105"/>
              </a:xfrm>
            </p:grpSpPr>
            <p:sp>
              <p:nvSpPr>
                <p:cNvPr id="1290" name="Google Shape;1290;p30"/>
                <p:cNvSpPr/>
                <p:nvPr/>
              </p:nvSpPr>
              <p:spPr>
                <a:xfrm>
                  <a:off x="1216509" y="4325297"/>
                  <a:ext cx="85720" cy="8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3" h="3103" extrusionOk="0">
                      <a:moveTo>
                        <a:pt x="1534" y="601"/>
                      </a:moveTo>
                      <a:cubicBezTo>
                        <a:pt x="2035" y="601"/>
                        <a:pt x="2502" y="1001"/>
                        <a:pt x="2502" y="1568"/>
                      </a:cubicBezTo>
                      <a:cubicBezTo>
                        <a:pt x="2502" y="2102"/>
                        <a:pt x="2102" y="2502"/>
                        <a:pt x="1534" y="2502"/>
                      </a:cubicBezTo>
                      <a:cubicBezTo>
                        <a:pt x="1001" y="2502"/>
                        <a:pt x="600" y="2102"/>
                        <a:pt x="600" y="1568"/>
                      </a:cubicBezTo>
                      <a:cubicBezTo>
                        <a:pt x="600" y="1001"/>
                        <a:pt x="1001" y="601"/>
                        <a:pt x="1534" y="601"/>
                      </a:cubicBezTo>
                      <a:close/>
                      <a:moveTo>
                        <a:pt x="1534" y="1"/>
                      </a:moveTo>
                      <a:cubicBezTo>
                        <a:pt x="701" y="1"/>
                        <a:pt x="0" y="734"/>
                        <a:pt x="0" y="1568"/>
                      </a:cubicBezTo>
                      <a:cubicBezTo>
                        <a:pt x="0" y="2402"/>
                        <a:pt x="701" y="3103"/>
                        <a:pt x="1534" y="3103"/>
                      </a:cubicBezTo>
                      <a:cubicBezTo>
                        <a:pt x="2368" y="3103"/>
                        <a:pt x="3036" y="2436"/>
                        <a:pt x="3102" y="1568"/>
                      </a:cubicBezTo>
                      <a:cubicBezTo>
                        <a:pt x="3102" y="734"/>
                        <a:pt x="2368" y="1"/>
                        <a:pt x="1534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1" name="Google Shape;1291;p30"/>
                <p:cNvSpPr/>
                <p:nvPr/>
              </p:nvSpPr>
              <p:spPr>
                <a:xfrm>
                  <a:off x="1057995" y="4504061"/>
                  <a:ext cx="84809" cy="857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70" h="3104" extrusionOk="0">
                      <a:moveTo>
                        <a:pt x="1535" y="601"/>
                      </a:moveTo>
                      <a:cubicBezTo>
                        <a:pt x="2069" y="601"/>
                        <a:pt x="2536" y="1035"/>
                        <a:pt x="2502" y="1535"/>
                      </a:cubicBezTo>
                      <a:cubicBezTo>
                        <a:pt x="2502" y="2069"/>
                        <a:pt x="2069" y="2503"/>
                        <a:pt x="1535" y="2503"/>
                      </a:cubicBezTo>
                      <a:cubicBezTo>
                        <a:pt x="1001" y="2503"/>
                        <a:pt x="568" y="2069"/>
                        <a:pt x="568" y="1535"/>
                      </a:cubicBezTo>
                      <a:cubicBezTo>
                        <a:pt x="568" y="1002"/>
                        <a:pt x="1001" y="601"/>
                        <a:pt x="1535" y="601"/>
                      </a:cubicBezTo>
                      <a:close/>
                      <a:moveTo>
                        <a:pt x="1535" y="1"/>
                      </a:moveTo>
                      <a:cubicBezTo>
                        <a:pt x="701" y="1"/>
                        <a:pt x="1" y="701"/>
                        <a:pt x="1" y="1535"/>
                      </a:cubicBezTo>
                      <a:cubicBezTo>
                        <a:pt x="1" y="2369"/>
                        <a:pt x="701" y="3103"/>
                        <a:pt x="1535" y="3103"/>
                      </a:cubicBezTo>
                      <a:cubicBezTo>
                        <a:pt x="2402" y="3103"/>
                        <a:pt x="3069" y="2369"/>
                        <a:pt x="3069" y="1535"/>
                      </a:cubicBezTo>
                      <a:cubicBezTo>
                        <a:pt x="3069" y="701"/>
                        <a:pt x="2369" y="1"/>
                        <a:pt x="1535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2" name="Google Shape;1292;p30"/>
                <p:cNvSpPr/>
                <p:nvPr/>
              </p:nvSpPr>
              <p:spPr>
                <a:xfrm>
                  <a:off x="883495" y="4261704"/>
                  <a:ext cx="15691" cy="2138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8" h="7740" extrusionOk="0">
                      <a:moveTo>
                        <a:pt x="300" y="1"/>
                      </a:moveTo>
                      <a:cubicBezTo>
                        <a:pt x="133" y="1"/>
                        <a:pt x="0" y="134"/>
                        <a:pt x="0" y="301"/>
                      </a:cubicBezTo>
                      <a:lnTo>
                        <a:pt x="0" y="7440"/>
                      </a:lnTo>
                      <a:cubicBezTo>
                        <a:pt x="0" y="7606"/>
                        <a:pt x="133" y="7740"/>
                        <a:pt x="300" y="7740"/>
                      </a:cubicBezTo>
                      <a:cubicBezTo>
                        <a:pt x="400" y="7740"/>
                        <a:pt x="534" y="7606"/>
                        <a:pt x="567" y="7440"/>
                      </a:cubicBezTo>
                      <a:lnTo>
                        <a:pt x="567" y="301"/>
                      </a:lnTo>
                      <a:cubicBezTo>
                        <a:pt x="567" y="134"/>
                        <a:pt x="467" y="1"/>
                        <a:pt x="300" y="1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93" name="Google Shape;1293;p30"/>
                <p:cNvSpPr/>
                <p:nvPr/>
              </p:nvSpPr>
              <p:spPr>
                <a:xfrm>
                  <a:off x="783960" y="4360326"/>
                  <a:ext cx="213818" cy="156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40" h="568" extrusionOk="0">
                      <a:moveTo>
                        <a:pt x="301" y="0"/>
                      </a:moveTo>
                      <a:cubicBezTo>
                        <a:pt x="134" y="0"/>
                        <a:pt x="0" y="134"/>
                        <a:pt x="0" y="300"/>
                      </a:cubicBezTo>
                      <a:cubicBezTo>
                        <a:pt x="0" y="467"/>
                        <a:pt x="134" y="567"/>
                        <a:pt x="301" y="567"/>
                      </a:cubicBezTo>
                      <a:lnTo>
                        <a:pt x="7439" y="567"/>
                      </a:lnTo>
                      <a:cubicBezTo>
                        <a:pt x="7606" y="567"/>
                        <a:pt x="7739" y="467"/>
                        <a:pt x="7739" y="300"/>
                      </a:cubicBezTo>
                      <a:cubicBezTo>
                        <a:pt x="7739" y="100"/>
                        <a:pt x="7606" y="0"/>
                        <a:pt x="7439" y="0"/>
                      </a:cubicBezTo>
                      <a:close/>
                    </a:path>
                  </a:pathLst>
                </a:custGeom>
                <a:solidFill>
                  <a:srgbClr val="B6F2FC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294" name="Google Shape;1294;p30"/>
            <p:cNvGrpSpPr/>
            <p:nvPr/>
          </p:nvGrpSpPr>
          <p:grpSpPr>
            <a:xfrm>
              <a:off x="8682758" y="1527568"/>
              <a:ext cx="232368" cy="974453"/>
              <a:chOff x="2546733" y="2525280"/>
              <a:chExt cx="232368" cy="974453"/>
            </a:xfrm>
          </p:grpSpPr>
          <p:sp>
            <p:nvSpPr>
              <p:cNvPr id="1295" name="Google Shape;1295;p30"/>
              <p:cNvSpPr/>
              <p:nvPr/>
            </p:nvSpPr>
            <p:spPr>
              <a:xfrm>
                <a:off x="2688157" y="2525280"/>
                <a:ext cx="90944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7" extrusionOk="0">
                    <a:moveTo>
                      <a:pt x="1935" y="0"/>
                    </a:moveTo>
                    <a:cubicBezTo>
                      <a:pt x="868" y="0"/>
                      <a:pt x="0" y="901"/>
                      <a:pt x="0" y="1968"/>
                    </a:cubicBezTo>
                    <a:cubicBezTo>
                      <a:pt x="0" y="3036"/>
                      <a:pt x="868" y="3936"/>
                      <a:pt x="1935" y="3936"/>
                    </a:cubicBezTo>
                    <a:cubicBezTo>
                      <a:pt x="3036" y="3936"/>
                      <a:pt x="3903" y="3036"/>
                      <a:pt x="3903" y="1968"/>
                    </a:cubicBezTo>
                    <a:cubicBezTo>
                      <a:pt x="3903" y="901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Google Shape;1296;p30"/>
              <p:cNvSpPr/>
              <p:nvPr/>
            </p:nvSpPr>
            <p:spPr>
              <a:xfrm>
                <a:off x="2688157" y="2707890"/>
                <a:ext cx="90944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7" extrusionOk="0">
                    <a:moveTo>
                      <a:pt x="1935" y="0"/>
                    </a:moveTo>
                    <a:cubicBezTo>
                      <a:pt x="868" y="0"/>
                      <a:pt x="0" y="901"/>
                      <a:pt x="0" y="1968"/>
                    </a:cubicBezTo>
                    <a:cubicBezTo>
                      <a:pt x="0" y="3036"/>
                      <a:pt x="868" y="3936"/>
                      <a:pt x="1935" y="3936"/>
                    </a:cubicBezTo>
                    <a:cubicBezTo>
                      <a:pt x="3036" y="3936"/>
                      <a:pt x="3903" y="3036"/>
                      <a:pt x="3903" y="1968"/>
                    </a:cubicBezTo>
                    <a:cubicBezTo>
                      <a:pt x="3903" y="901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Google Shape;1297;p30"/>
              <p:cNvSpPr/>
              <p:nvPr/>
            </p:nvSpPr>
            <p:spPr>
              <a:xfrm>
                <a:off x="2688157" y="2890500"/>
                <a:ext cx="90944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7" extrusionOk="0">
                    <a:moveTo>
                      <a:pt x="1935" y="0"/>
                    </a:moveTo>
                    <a:cubicBezTo>
                      <a:pt x="868" y="0"/>
                      <a:pt x="0" y="901"/>
                      <a:pt x="0" y="1968"/>
                    </a:cubicBezTo>
                    <a:cubicBezTo>
                      <a:pt x="0" y="3036"/>
                      <a:pt x="868" y="3936"/>
                      <a:pt x="1935" y="3936"/>
                    </a:cubicBezTo>
                    <a:cubicBezTo>
                      <a:pt x="3036" y="3936"/>
                      <a:pt x="3903" y="3036"/>
                      <a:pt x="3903" y="1968"/>
                    </a:cubicBezTo>
                    <a:cubicBezTo>
                      <a:pt x="3903" y="901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Google Shape;1298;p30"/>
              <p:cNvSpPr/>
              <p:nvPr/>
            </p:nvSpPr>
            <p:spPr>
              <a:xfrm>
                <a:off x="2546733" y="252528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867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03" y="3936"/>
                      <a:pt x="3903" y="3069"/>
                      <a:pt x="3937" y="1968"/>
                    </a:cubicBezTo>
                    <a:cubicBezTo>
                      <a:pt x="3937" y="867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Google Shape;1299;p30"/>
              <p:cNvSpPr/>
              <p:nvPr/>
            </p:nvSpPr>
            <p:spPr>
              <a:xfrm>
                <a:off x="2546733" y="270789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0"/>
                    </a:moveTo>
                    <a:cubicBezTo>
                      <a:pt x="901" y="0"/>
                      <a:pt x="0" y="901"/>
                      <a:pt x="0" y="1968"/>
                    </a:cubicBezTo>
                    <a:cubicBezTo>
                      <a:pt x="0" y="3069"/>
                      <a:pt x="901" y="3936"/>
                      <a:pt x="1968" y="3936"/>
                    </a:cubicBezTo>
                    <a:cubicBezTo>
                      <a:pt x="3003" y="3936"/>
                      <a:pt x="3937" y="3069"/>
                      <a:pt x="3937" y="1968"/>
                    </a:cubicBezTo>
                    <a:cubicBezTo>
                      <a:pt x="3937" y="901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Google Shape;1300;p30"/>
              <p:cNvSpPr/>
              <p:nvPr/>
            </p:nvSpPr>
            <p:spPr>
              <a:xfrm>
                <a:off x="2546733" y="2889707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1"/>
                    </a:moveTo>
                    <a:cubicBezTo>
                      <a:pt x="901" y="1"/>
                      <a:pt x="0" y="868"/>
                      <a:pt x="0" y="1969"/>
                    </a:cubicBezTo>
                    <a:cubicBezTo>
                      <a:pt x="0" y="3036"/>
                      <a:pt x="901" y="3937"/>
                      <a:pt x="1968" y="3937"/>
                    </a:cubicBezTo>
                    <a:cubicBezTo>
                      <a:pt x="3003" y="3937"/>
                      <a:pt x="3937" y="3036"/>
                      <a:pt x="3937" y="1969"/>
                    </a:cubicBezTo>
                    <a:cubicBezTo>
                      <a:pt x="3937" y="868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Google Shape;1301;p30"/>
              <p:cNvSpPr/>
              <p:nvPr/>
            </p:nvSpPr>
            <p:spPr>
              <a:xfrm>
                <a:off x="2688157" y="3043571"/>
                <a:ext cx="90944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04" extrusionOk="0">
                    <a:moveTo>
                      <a:pt x="1935" y="0"/>
                    </a:moveTo>
                    <a:cubicBezTo>
                      <a:pt x="868" y="0"/>
                      <a:pt x="0" y="868"/>
                      <a:pt x="0" y="1935"/>
                    </a:cubicBezTo>
                    <a:cubicBezTo>
                      <a:pt x="0" y="3036"/>
                      <a:pt x="868" y="3903"/>
                      <a:pt x="1935" y="3903"/>
                    </a:cubicBezTo>
                    <a:cubicBezTo>
                      <a:pt x="3036" y="3903"/>
                      <a:pt x="3903" y="3036"/>
                      <a:pt x="3903" y="1935"/>
                    </a:cubicBezTo>
                    <a:cubicBezTo>
                      <a:pt x="3903" y="868"/>
                      <a:pt x="3036" y="0"/>
                      <a:pt x="193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Google Shape;1302;p30"/>
              <p:cNvSpPr/>
              <p:nvPr/>
            </p:nvSpPr>
            <p:spPr>
              <a:xfrm>
                <a:off x="2688157" y="3225388"/>
                <a:ext cx="90944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8" extrusionOk="0">
                    <a:moveTo>
                      <a:pt x="1935" y="1"/>
                    </a:moveTo>
                    <a:cubicBezTo>
                      <a:pt x="868" y="1"/>
                      <a:pt x="0" y="902"/>
                      <a:pt x="0" y="1969"/>
                    </a:cubicBezTo>
                    <a:cubicBezTo>
                      <a:pt x="0" y="3070"/>
                      <a:pt x="868" y="3937"/>
                      <a:pt x="1935" y="3937"/>
                    </a:cubicBezTo>
                    <a:cubicBezTo>
                      <a:pt x="3036" y="3937"/>
                      <a:pt x="3903" y="3070"/>
                      <a:pt x="3903" y="1969"/>
                    </a:cubicBezTo>
                    <a:cubicBezTo>
                      <a:pt x="3903" y="902"/>
                      <a:pt x="3036" y="1"/>
                      <a:pt x="193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Google Shape;1303;p30"/>
              <p:cNvSpPr/>
              <p:nvPr/>
            </p:nvSpPr>
            <p:spPr>
              <a:xfrm>
                <a:off x="2688157" y="3407998"/>
                <a:ext cx="90944" cy="91736"/>
              </a:xfrm>
              <a:custGeom>
                <a:avLst/>
                <a:gdLst/>
                <a:ahLst/>
                <a:cxnLst/>
                <a:rect l="l" t="t" r="r" b="b"/>
                <a:pathLst>
                  <a:path w="3904" h="3938" extrusionOk="0">
                    <a:moveTo>
                      <a:pt x="1935" y="1"/>
                    </a:moveTo>
                    <a:cubicBezTo>
                      <a:pt x="868" y="1"/>
                      <a:pt x="0" y="902"/>
                      <a:pt x="0" y="1969"/>
                    </a:cubicBezTo>
                    <a:cubicBezTo>
                      <a:pt x="0" y="3070"/>
                      <a:pt x="868" y="3937"/>
                      <a:pt x="1935" y="3937"/>
                    </a:cubicBezTo>
                    <a:cubicBezTo>
                      <a:pt x="3036" y="3937"/>
                      <a:pt x="3903" y="3070"/>
                      <a:pt x="3903" y="1969"/>
                    </a:cubicBezTo>
                    <a:cubicBezTo>
                      <a:pt x="3903" y="902"/>
                      <a:pt x="3036" y="1"/>
                      <a:pt x="193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Google Shape;1304;p30"/>
              <p:cNvSpPr/>
              <p:nvPr/>
            </p:nvSpPr>
            <p:spPr>
              <a:xfrm>
                <a:off x="2546733" y="3043571"/>
                <a:ext cx="91712" cy="90944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04" extrusionOk="0">
                    <a:moveTo>
                      <a:pt x="1968" y="0"/>
                    </a:moveTo>
                    <a:cubicBezTo>
                      <a:pt x="901" y="0"/>
                      <a:pt x="0" y="868"/>
                      <a:pt x="0" y="1935"/>
                    </a:cubicBezTo>
                    <a:cubicBezTo>
                      <a:pt x="0" y="3036"/>
                      <a:pt x="901" y="3903"/>
                      <a:pt x="1968" y="3903"/>
                    </a:cubicBezTo>
                    <a:cubicBezTo>
                      <a:pt x="3003" y="3903"/>
                      <a:pt x="3903" y="3036"/>
                      <a:pt x="3937" y="1935"/>
                    </a:cubicBezTo>
                    <a:cubicBezTo>
                      <a:pt x="3937" y="868"/>
                      <a:pt x="3069" y="0"/>
                      <a:pt x="196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Google Shape;1305;p30"/>
              <p:cNvSpPr/>
              <p:nvPr/>
            </p:nvSpPr>
            <p:spPr>
              <a:xfrm>
                <a:off x="2546733" y="3224620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1"/>
                    </a:moveTo>
                    <a:cubicBezTo>
                      <a:pt x="901" y="1"/>
                      <a:pt x="0" y="868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03" y="3937"/>
                      <a:pt x="3903" y="3103"/>
                      <a:pt x="3937" y="1969"/>
                    </a:cubicBezTo>
                    <a:cubicBezTo>
                      <a:pt x="3937" y="868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Google Shape;1306;p30"/>
              <p:cNvSpPr/>
              <p:nvPr/>
            </p:nvSpPr>
            <p:spPr>
              <a:xfrm>
                <a:off x="2546733" y="3407229"/>
                <a:ext cx="91712" cy="91712"/>
              </a:xfrm>
              <a:custGeom>
                <a:avLst/>
                <a:gdLst/>
                <a:ahLst/>
                <a:cxnLst/>
                <a:rect l="l" t="t" r="r" b="b"/>
                <a:pathLst>
                  <a:path w="3937" h="3937" extrusionOk="0">
                    <a:moveTo>
                      <a:pt x="1968" y="1"/>
                    </a:moveTo>
                    <a:cubicBezTo>
                      <a:pt x="901" y="1"/>
                      <a:pt x="0" y="901"/>
                      <a:pt x="0" y="1969"/>
                    </a:cubicBezTo>
                    <a:cubicBezTo>
                      <a:pt x="0" y="3069"/>
                      <a:pt x="901" y="3937"/>
                      <a:pt x="1968" y="3937"/>
                    </a:cubicBezTo>
                    <a:cubicBezTo>
                      <a:pt x="3003" y="3937"/>
                      <a:pt x="3903" y="3069"/>
                      <a:pt x="3937" y="1969"/>
                    </a:cubicBezTo>
                    <a:cubicBezTo>
                      <a:pt x="3937" y="901"/>
                      <a:pt x="3069" y="1"/>
                      <a:pt x="196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07" name="Google Shape;1307;p30"/>
            <p:cNvGrpSpPr/>
            <p:nvPr/>
          </p:nvGrpSpPr>
          <p:grpSpPr>
            <a:xfrm>
              <a:off x="7931584" y="467609"/>
              <a:ext cx="648306" cy="649281"/>
              <a:chOff x="5022684" y="4300597"/>
              <a:chExt cx="648306" cy="649281"/>
            </a:xfrm>
          </p:grpSpPr>
          <p:sp>
            <p:nvSpPr>
              <p:cNvPr id="1308" name="Google Shape;1308;p30"/>
              <p:cNvSpPr/>
              <p:nvPr/>
            </p:nvSpPr>
            <p:spPr>
              <a:xfrm>
                <a:off x="5022684" y="4300597"/>
                <a:ext cx="235516" cy="235528"/>
              </a:xfrm>
              <a:custGeom>
                <a:avLst/>
                <a:gdLst/>
                <a:ahLst/>
                <a:cxnLst/>
                <a:rect l="l" t="t" r="r" b="b"/>
                <a:pathLst>
                  <a:path w="4851" h="4851" extrusionOk="0">
                    <a:moveTo>
                      <a:pt x="0" y="1"/>
                    </a:moveTo>
                    <a:lnTo>
                      <a:pt x="0" y="4851"/>
                    </a:lnTo>
                    <a:lnTo>
                      <a:pt x="4850" y="4851"/>
                    </a:lnTo>
                    <a:lnTo>
                      <a:pt x="485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Google Shape;1309;p30"/>
              <p:cNvSpPr/>
              <p:nvPr/>
            </p:nvSpPr>
            <p:spPr>
              <a:xfrm>
                <a:off x="5157512" y="4434502"/>
                <a:ext cx="166235" cy="166292"/>
              </a:xfrm>
              <a:custGeom>
                <a:avLst/>
                <a:gdLst/>
                <a:ahLst/>
                <a:cxnLst/>
                <a:rect l="l" t="t" r="r" b="b"/>
                <a:pathLst>
                  <a:path w="3424" h="3425" extrusionOk="0">
                    <a:moveTo>
                      <a:pt x="0" y="1"/>
                    </a:moveTo>
                    <a:lnTo>
                      <a:pt x="0" y="3424"/>
                    </a:lnTo>
                    <a:lnTo>
                      <a:pt x="3424" y="3424"/>
                    </a:lnTo>
                    <a:lnTo>
                      <a:pt x="342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Google Shape;1310;p30"/>
              <p:cNvSpPr/>
              <p:nvPr/>
            </p:nvSpPr>
            <p:spPr>
              <a:xfrm>
                <a:off x="5569375" y="4434502"/>
                <a:ext cx="101615" cy="101620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093" extrusionOk="0">
                    <a:moveTo>
                      <a:pt x="0" y="1"/>
                    </a:moveTo>
                    <a:lnTo>
                      <a:pt x="0" y="2093"/>
                    </a:lnTo>
                    <a:lnTo>
                      <a:pt x="2093" y="2093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Google Shape;1311;p30"/>
              <p:cNvSpPr/>
              <p:nvPr/>
            </p:nvSpPr>
            <p:spPr>
              <a:xfrm>
                <a:off x="5294185" y="4811309"/>
                <a:ext cx="138562" cy="138569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0" y="0"/>
                    </a:moveTo>
                    <a:lnTo>
                      <a:pt x="0" y="2853"/>
                    </a:lnTo>
                    <a:lnTo>
                      <a:pt x="2853" y="2853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12" name="Google Shape;1312;p30"/>
            <p:cNvSpPr/>
            <p:nvPr/>
          </p:nvSpPr>
          <p:spPr>
            <a:xfrm>
              <a:off x="4772155" y="4845647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13" name="Google Shape;1313;p30"/>
            <p:cNvGrpSpPr/>
            <p:nvPr/>
          </p:nvGrpSpPr>
          <p:grpSpPr>
            <a:xfrm>
              <a:off x="218646" y="488887"/>
              <a:ext cx="355724" cy="1888212"/>
              <a:chOff x="124471" y="1153724"/>
              <a:chExt cx="355724" cy="1888212"/>
            </a:xfrm>
          </p:grpSpPr>
          <p:sp>
            <p:nvSpPr>
              <p:cNvPr id="1314" name="Google Shape;1314;p30"/>
              <p:cNvSpPr/>
              <p:nvPr/>
            </p:nvSpPr>
            <p:spPr>
              <a:xfrm>
                <a:off x="224005" y="1153724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Google Shape;1315;p30"/>
              <p:cNvSpPr/>
              <p:nvPr/>
            </p:nvSpPr>
            <p:spPr>
              <a:xfrm>
                <a:off x="124471" y="1251407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Google Shape;1316;p30"/>
              <p:cNvSpPr/>
              <p:nvPr/>
            </p:nvSpPr>
            <p:spPr>
              <a:xfrm>
                <a:off x="323843" y="1395556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Google Shape;1317;p30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Google Shape;1318;p30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19" name="Google Shape;1319;p30"/>
            <p:cNvGrpSpPr/>
            <p:nvPr/>
          </p:nvGrpSpPr>
          <p:grpSpPr>
            <a:xfrm>
              <a:off x="313312" y="4328124"/>
              <a:ext cx="609540" cy="583574"/>
              <a:chOff x="3105300" y="593625"/>
              <a:chExt cx="256800" cy="245850"/>
            </a:xfrm>
          </p:grpSpPr>
          <p:sp>
            <p:nvSpPr>
              <p:cNvPr id="1320" name="Google Shape;1320;p30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Google Shape;1321;p30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Google Shape;1322;p30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Google Shape;1323;p30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_1_1">
    <p:spTree>
      <p:nvGrpSpPr>
        <p:cNvPr id="1" name="Shape 1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5" name="Google Shape;1325;p31"/>
          <p:cNvGrpSpPr/>
          <p:nvPr/>
        </p:nvGrpSpPr>
        <p:grpSpPr>
          <a:xfrm>
            <a:off x="4800605" y="-2897864"/>
            <a:ext cx="8043475" cy="8043475"/>
            <a:chOff x="1241175" y="-1300650"/>
            <a:chExt cx="8043475" cy="8043475"/>
          </a:xfrm>
        </p:grpSpPr>
        <p:sp>
          <p:nvSpPr>
            <p:cNvPr id="1326" name="Google Shape;1326;p31"/>
            <p:cNvSpPr/>
            <p:nvPr/>
          </p:nvSpPr>
          <p:spPr>
            <a:xfrm>
              <a:off x="1241175" y="-1300650"/>
              <a:ext cx="8043475" cy="8043475"/>
            </a:xfrm>
            <a:custGeom>
              <a:avLst/>
              <a:gdLst/>
              <a:ahLst/>
              <a:cxnLst/>
              <a:rect l="l" t="t" r="r" b="b"/>
              <a:pathLst>
                <a:path w="321739" h="321739" extrusionOk="0">
                  <a:moveTo>
                    <a:pt x="160885" y="3831"/>
                  </a:moveTo>
                  <a:cubicBezTo>
                    <a:pt x="182071" y="3831"/>
                    <a:pt x="202679" y="7965"/>
                    <a:pt x="222011" y="16141"/>
                  </a:cubicBezTo>
                  <a:cubicBezTo>
                    <a:pt x="240704" y="24044"/>
                    <a:pt x="257482" y="35351"/>
                    <a:pt x="271920" y="49789"/>
                  </a:cubicBezTo>
                  <a:cubicBezTo>
                    <a:pt x="286358" y="64227"/>
                    <a:pt x="297696" y="81036"/>
                    <a:pt x="305599" y="99729"/>
                  </a:cubicBezTo>
                  <a:cubicBezTo>
                    <a:pt x="313806" y="119121"/>
                    <a:pt x="317939" y="139669"/>
                    <a:pt x="317939" y="160854"/>
                  </a:cubicBezTo>
                  <a:cubicBezTo>
                    <a:pt x="317939" y="182070"/>
                    <a:pt x="313806" y="202618"/>
                    <a:pt x="305599" y="222010"/>
                  </a:cubicBezTo>
                  <a:cubicBezTo>
                    <a:pt x="297696" y="240703"/>
                    <a:pt x="286358" y="257482"/>
                    <a:pt x="271920" y="271920"/>
                  </a:cubicBezTo>
                  <a:cubicBezTo>
                    <a:pt x="257482" y="286358"/>
                    <a:pt x="240704" y="297695"/>
                    <a:pt x="222011" y="305598"/>
                  </a:cubicBezTo>
                  <a:cubicBezTo>
                    <a:pt x="202618" y="313805"/>
                    <a:pt x="182071" y="317939"/>
                    <a:pt x="160885" y="317939"/>
                  </a:cubicBezTo>
                  <a:cubicBezTo>
                    <a:pt x="139669" y="317939"/>
                    <a:pt x="119121" y="313805"/>
                    <a:pt x="99729" y="305598"/>
                  </a:cubicBezTo>
                  <a:cubicBezTo>
                    <a:pt x="81035" y="297695"/>
                    <a:pt x="64257" y="286358"/>
                    <a:pt x="49819" y="271920"/>
                  </a:cubicBezTo>
                  <a:cubicBezTo>
                    <a:pt x="35381" y="257482"/>
                    <a:pt x="24043" y="240703"/>
                    <a:pt x="16140" y="222010"/>
                  </a:cubicBezTo>
                  <a:cubicBezTo>
                    <a:pt x="7934" y="202618"/>
                    <a:pt x="3800" y="182070"/>
                    <a:pt x="3800" y="160854"/>
                  </a:cubicBezTo>
                  <a:cubicBezTo>
                    <a:pt x="3800" y="139669"/>
                    <a:pt x="7934" y="119121"/>
                    <a:pt x="16140" y="99729"/>
                  </a:cubicBezTo>
                  <a:cubicBezTo>
                    <a:pt x="24104" y="81036"/>
                    <a:pt x="35381" y="64288"/>
                    <a:pt x="49819" y="49850"/>
                  </a:cubicBezTo>
                  <a:cubicBezTo>
                    <a:pt x="64257" y="35412"/>
                    <a:pt x="81035" y="24074"/>
                    <a:pt x="99729" y="16171"/>
                  </a:cubicBezTo>
                  <a:cubicBezTo>
                    <a:pt x="119121" y="7965"/>
                    <a:pt x="139669" y="3831"/>
                    <a:pt x="160885" y="3831"/>
                  </a:cubicBezTo>
                  <a:close/>
                  <a:moveTo>
                    <a:pt x="160885" y="1"/>
                  </a:moveTo>
                  <a:cubicBezTo>
                    <a:pt x="139121" y="1"/>
                    <a:pt x="118088" y="4256"/>
                    <a:pt x="98239" y="12645"/>
                  </a:cubicBezTo>
                  <a:cubicBezTo>
                    <a:pt x="79090" y="20731"/>
                    <a:pt x="61856" y="32311"/>
                    <a:pt x="47114" y="47114"/>
                  </a:cubicBezTo>
                  <a:cubicBezTo>
                    <a:pt x="32372" y="61886"/>
                    <a:pt x="20730" y="79090"/>
                    <a:pt x="12645" y="98239"/>
                  </a:cubicBezTo>
                  <a:cubicBezTo>
                    <a:pt x="4256" y="118088"/>
                    <a:pt x="0" y="139121"/>
                    <a:pt x="0" y="160854"/>
                  </a:cubicBezTo>
                  <a:cubicBezTo>
                    <a:pt x="0" y="182587"/>
                    <a:pt x="4256" y="203651"/>
                    <a:pt x="12645" y="223469"/>
                  </a:cubicBezTo>
                  <a:cubicBezTo>
                    <a:pt x="20730" y="242618"/>
                    <a:pt x="32341" y="259822"/>
                    <a:pt x="47114" y="274625"/>
                  </a:cubicBezTo>
                  <a:cubicBezTo>
                    <a:pt x="61886" y="289397"/>
                    <a:pt x="79120" y="300978"/>
                    <a:pt x="98270" y="309094"/>
                  </a:cubicBezTo>
                  <a:cubicBezTo>
                    <a:pt x="118088" y="317483"/>
                    <a:pt x="139152" y="321738"/>
                    <a:pt x="160885" y="321738"/>
                  </a:cubicBezTo>
                  <a:cubicBezTo>
                    <a:pt x="182618" y="321738"/>
                    <a:pt x="203652" y="317483"/>
                    <a:pt x="223500" y="309094"/>
                  </a:cubicBezTo>
                  <a:cubicBezTo>
                    <a:pt x="242649" y="300978"/>
                    <a:pt x="259884" y="289397"/>
                    <a:pt x="274626" y="274625"/>
                  </a:cubicBezTo>
                  <a:cubicBezTo>
                    <a:pt x="289367" y="259822"/>
                    <a:pt x="301009" y="242618"/>
                    <a:pt x="309094" y="223469"/>
                  </a:cubicBezTo>
                  <a:cubicBezTo>
                    <a:pt x="317483" y="203651"/>
                    <a:pt x="321739" y="182587"/>
                    <a:pt x="321739" y="160854"/>
                  </a:cubicBezTo>
                  <a:cubicBezTo>
                    <a:pt x="321739" y="139121"/>
                    <a:pt x="317483" y="118088"/>
                    <a:pt x="309094" y="98239"/>
                  </a:cubicBezTo>
                  <a:cubicBezTo>
                    <a:pt x="301009" y="79090"/>
                    <a:pt x="289398" y="61856"/>
                    <a:pt x="274626" y="47114"/>
                  </a:cubicBezTo>
                  <a:cubicBezTo>
                    <a:pt x="259853" y="32372"/>
                    <a:pt x="242649" y="20731"/>
                    <a:pt x="223500" y="12645"/>
                  </a:cubicBezTo>
                  <a:cubicBezTo>
                    <a:pt x="203652" y="4256"/>
                    <a:pt x="182618" y="1"/>
                    <a:pt x="160885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1"/>
            <p:cNvSpPr/>
            <p:nvPr/>
          </p:nvSpPr>
          <p:spPr>
            <a:xfrm>
              <a:off x="1787525" y="-755050"/>
              <a:ext cx="6950775" cy="6951500"/>
            </a:xfrm>
            <a:custGeom>
              <a:avLst/>
              <a:gdLst/>
              <a:ahLst/>
              <a:cxnLst/>
              <a:rect l="l" t="t" r="r" b="b"/>
              <a:pathLst>
                <a:path w="278031" h="278060" extrusionOk="0">
                  <a:moveTo>
                    <a:pt x="139031" y="3800"/>
                  </a:moveTo>
                  <a:cubicBezTo>
                    <a:pt x="175141" y="3800"/>
                    <a:pt x="209123" y="17874"/>
                    <a:pt x="234656" y="43406"/>
                  </a:cubicBezTo>
                  <a:cubicBezTo>
                    <a:pt x="260188" y="68969"/>
                    <a:pt x="274231" y="102890"/>
                    <a:pt x="274231" y="139030"/>
                  </a:cubicBezTo>
                  <a:cubicBezTo>
                    <a:pt x="274231" y="175171"/>
                    <a:pt x="260188" y="209153"/>
                    <a:pt x="234656" y="234685"/>
                  </a:cubicBezTo>
                  <a:cubicBezTo>
                    <a:pt x="209093" y="260187"/>
                    <a:pt x="175110" y="274260"/>
                    <a:pt x="139031" y="274260"/>
                  </a:cubicBezTo>
                  <a:cubicBezTo>
                    <a:pt x="102921" y="274260"/>
                    <a:pt x="68969" y="260187"/>
                    <a:pt x="43406" y="234716"/>
                  </a:cubicBezTo>
                  <a:cubicBezTo>
                    <a:pt x="17904" y="209153"/>
                    <a:pt x="3831" y="175201"/>
                    <a:pt x="3831" y="139091"/>
                  </a:cubicBezTo>
                  <a:cubicBezTo>
                    <a:pt x="3831" y="102951"/>
                    <a:pt x="17904" y="68969"/>
                    <a:pt x="43406" y="43436"/>
                  </a:cubicBezTo>
                  <a:cubicBezTo>
                    <a:pt x="68969" y="17874"/>
                    <a:pt x="102921" y="3800"/>
                    <a:pt x="139031" y="3800"/>
                  </a:cubicBezTo>
                  <a:close/>
                  <a:moveTo>
                    <a:pt x="139031" y="1"/>
                  </a:moveTo>
                  <a:cubicBezTo>
                    <a:pt x="120246" y="1"/>
                    <a:pt x="102039" y="3709"/>
                    <a:pt x="84926" y="10943"/>
                  </a:cubicBezTo>
                  <a:cubicBezTo>
                    <a:pt x="68361" y="17934"/>
                    <a:pt x="53497" y="27995"/>
                    <a:pt x="40731" y="40761"/>
                  </a:cubicBezTo>
                  <a:cubicBezTo>
                    <a:pt x="27965" y="53497"/>
                    <a:pt x="17934" y="68361"/>
                    <a:pt x="10943" y="84926"/>
                  </a:cubicBezTo>
                  <a:cubicBezTo>
                    <a:pt x="3679" y="102069"/>
                    <a:pt x="1" y="120276"/>
                    <a:pt x="1" y="139030"/>
                  </a:cubicBezTo>
                  <a:cubicBezTo>
                    <a:pt x="1" y="157815"/>
                    <a:pt x="3679" y="176022"/>
                    <a:pt x="10943" y="193134"/>
                  </a:cubicBezTo>
                  <a:cubicBezTo>
                    <a:pt x="17934" y="209700"/>
                    <a:pt x="27965" y="224563"/>
                    <a:pt x="40731" y="237330"/>
                  </a:cubicBezTo>
                  <a:cubicBezTo>
                    <a:pt x="53497" y="250096"/>
                    <a:pt x="68361" y="260126"/>
                    <a:pt x="84926" y="267117"/>
                  </a:cubicBezTo>
                  <a:cubicBezTo>
                    <a:pt x="102039" y="274382"/>
                    <a:pt x="120246" y="278060"/>
                    <a:pt x="139031" y="278060"/>
                  </a:cubicBezTo>
                  <a:cubicBezTo>
                    <a:pt x="157785" y="278060"/>
                    <a:pt x="175992" y="274412"/>
                    <a:pt x="193135" y="267117"/>
                  </a:cubicBezTo>
                  <a:cubicBezTo>
                    <a:pt x="209670" y="260126"/>
                    <a:pt x="224534" y="250096"/>
                    <a:pt x="237300" y="237330"/>
                  </a:cubicBezTo>
                  <a:cubicBezTo>
                    <a:pt x="250066" y="224563"/>
                    <a:pt x="260097" y="209700"/>
                    <a:pt x="267088" y="193134"/>
                  </a:cubicBezTo>
                  <a:cubicBezTo>
                    <a:pt x="274352" y="176022"/>
                    <a:pt x="278030" y="157815"/>
                    <a:pt x="278030" y="139030"/>
                  </a:cubicBezTo>
                  <a:cubicBezTo>
                    <a:pt x="278030" y="120276"/>
                    <a:pt x="274352" y="102069"/>
                    <a:pt x="267088" y="84926"/>
                  </a:cubicBezTo>
                  <a:cubicBezTo>
                    <a:pt x="260097" y="68361"/>
                    <a:pt x="250066" y="53528"/>
                    <a:pt x="237300" y="40761"/>
                  </a:cubicBezTo>
                  <a:cubicBezTo>
                    <a:pt x="224534" y="27965"/>
                    <a:pt x="209701" y="17934"/>
                    <a:pt x="193135" y="10943"/>
                  </a:cubicBezTo>
                  <a:cubicBezTo>
                    <a:pt x="175992" y="3709"/>
                    <a:pt x="157785" y="1"/>
                    <a:pt x="139031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1"/>
            <p:cNvSpPr/>
            <p:nvPr/>
          </p:nvSpPr>
          <p:spPr>
            <a:xfrm>
              <a:off x="2333125" y="-208675"/>
              <a:ext cx="5859575" cy="5860300"/>
            </a:xfrm>
            <a:custGeom>
              <a:avLst/>
              <a:gdLst/>
              <a:ahLst/>
              <a:cxnLst/>
              <a:rect l="l" t="t" r="r" b="b"/>
              <a:pathLst>
                <a:path w="234383" h="234412" extrusionOk="0">
                  <a:moveTo>
                    <a:pt x="117207" y="3800"/>
                  </a:moveTo>
                  <a:cubicBezTo>
                    <a:pt x="147481" y="3800"/>
                    <a:pt x="175962" y="15593"/>
                    <a:pt x="197360" y="37022"/>
                  </a:cubicBezTo>
                  <a:cubicBezTo>
                    <a:pt x="218789" y="58390"/>
                    <a:pt x="230583" y="86901"/>
                    <a:pt x="230583" y="117175"/>
                  </a:cubicBezTo>
                  <a:cubicBezTo>
                    <a:pt x="230583" y="147449"/>
                    <a:pt x="218789" y="175930"/>
                    <a:pt x="197360" y="197359"/>
                  </a:cubicBezTo>
                  <a:cubicBezTo>
                    <a:pt x="175962" y="218788"/>
                    <a:pt x="147481" y="230551"/>
                    <a:pt x="117207" y="230551"/>
                  </a:cubicBezTo>
                  <a:cubicBezTo>
                    <a:pt x="86902" y="230551"/>
                    <a:pt x="58452" y="218788"/>
                    <a:pt x="37023" y="197359"/>
                  </a:cubicBezTo>
                  <a:cubicBezTo>
                    <a:pt x="15594" y="175960"/>
                    <a:pt x="3831" y="147480"/>
                    <a:pt x="3831" y="117175"/>
                  </a:cubicBezTo>
                  <a:cubicBezTo>
                    <a:pt x="3831" y="86901"/>
                    <a:pt x="15594" y="58451"/>
                    <a:pt x="37023" y="37022"/>
                  </a:cubicBezTo>
                  <a:cubicBezTo>
                    <a:pt x="58422" y="15593"/>
                    <a:pt x="86902" y="3800"/>
                    <a:pt x="117207" y="3800"/>
                  </a:cubicBezTo>
                  <a:close/>
                  <a:moveTo>
                    <a:pt x="117207" y="0"/>
                  </a:moveTo>
                  <a:cubicBezTo>
                    <a:pt x="85899" y="0"/>
                    <a:pt x="56446" y="12189"/>
                    <a:pt x="34318" y="34347"/>
                  </a:cubicBezTo>
                  <a:cubicBezTo>
                    <a:pt x="12220" y="56506"/>
                    <a:pt x="1" y="85898"/>
                    <a:pt x="1" y="117206"/>
                  </a:cubicBezTo>
                  <a:cubicBezTo>
                    <a:pt x="1" y="148513"/>
                    <a:pt x="12159" y="177966"/>
                    <a:pt x="34318" y="200094"/>
                  </a:cubicBezTo>
                  <a:cubicBezTo>
                    <a:pt x="56476" y="222192"/>
                    <a:pt x="85899" y="234411"/>
                    <a:pt x="117207" y="234411"/>
                  </a:cubicBezTo>
                  <a:cubicBezTo>
                    <a:pt x="148514" y="234411"/>
                    <a:pt x="177907" y="222162"/>
                    <a:pt x="200065" y="200064"/>
                  </a:cubicBezTo>
                  <a:cubicBezTo>
                    <a:pt x="222224" y="177936"/>
                    <a:pt x="234382" y="148483"/>
                    <a:pt x="234382" y="117175"/>
                  </a:cubicBezTo>
                  <a:cubicBezTo>
                    <a:pt x="234382" y="85868"/>
                    <a:pt x="222224" y="56445"/>
                    <a:pt x="200065" y="34317"/>
                  </a:cubicBezTo>
                  <a:cubicBezTo>
                    <a:pt x="177907" y="12189"/>
                    <a:pt x="148514" y="0"/>
                    <a:pt x="117207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1"/>
            <p:cNvSpPr/>
            <p:nvPr/>
          </p:nvSpPr>
          <p:spPr>
            <a:xfrm>
              <a:off x="2878750" y="336925"/>
              <a:ext cx="4768350" cy="4768325"/>
            </a:xfrm>
            <a:custGeom>
              <a:avLst/>
              <a:gdLst/>
              <a:ahLst/>
              <a:cxnLst/>
              <a:rect l="l" t="t" r="r" b="b"/>
              <a:pathLst>
                <a:path w="190734" h="190733" extrusionOk="0">
                  <a:moveTo>
                    <a:pt x="95382" y="3800"/>
                  </a:moveTo>
                  <a:cubicBezTo>
                    <a:pt x="119850" y="3800"/>
                    <a:pt x="142829" y="13344"/>
                    <a:pt x="160125" y="30609"/>
                  </a:cubicBezTo>
                  <a:cubicBezTo>
                    <a:pt x="177389" y="47904"/>
                    <a:pt x="186934" y="70883"/>
                    <a:pt x="186934" y="95351"/>
                  </a:cubicBezTo>
                  <a:cubicBezTo>
                    <a:pt x="186934" y="119820"/>
                    <a:pt x="177389" y="142799"/>
                    <a:pt x="160125" y="160094"/>
                  </a:cubicBezTo>
                  <a:cubicBezTo>
                    <a:pt x="142829" y="177389"/>
                    <a:pt x="119850" y="186933"/>
                    <a:pt x="95382" y="186933"/>
                  </a:cubicBezTo>
                  <a:cubicBezTo>
                    <a:pt x="70913" y="186933"/>
                    <a:pt x="47904" y="177389"/>
                    <a:pt x="30639" y="160094"/>
                  </a:cubicBezTo>
                  <a:cubicBezTo>
                    <a:pt x="13344" y="142829"/>
                    <a:pt x="3800" y="119789"/>
                    <a:pt x="3800" y="95351"/>
                  </a:cubicBezTo>
                  <a:cubicBezTo>
                    <a:pt x="3800" y="70944"/>
                    <a:pt x="13344" y="47904"/>
                    <a:pt x="30639" y="30609"/>
                  </a:cubicBezTo>
                  <a:cubicBezTo>
                    <a:pt x="47904" y="13344"/>
                    <a:pt x="70913" y="3800"/>
                    <a:pt x="95382" y="3800"/>
                  </a:cubicBezTo>
                  <a:close/>
                  <a:moveTo>
                    <a:pt x="95382" y="0"/>
                  </a:moveTo>
                  <a:cubicBezTo>
                    <a:pt x="69910" y="0"/>
                    <a:pt x="45928" y="9909"/>
                    <a:pt x="27934" y="27934"/>
                  </a:cubicBezTo>
                  <a:cubicBezTo>
                    <a:pt x="9909" y="45928"/>
                    <a:pt x="0" y="69880"/>
                    <a:pt x="0" y="95351"/>
                  </a:cubicBezTo>
                  <a:cubicBezTo>
                    <a:pt x="0" y="120853"/>
                    <a:pt x="9909" y="144805"/>
                    <a:pt x="27934" y="162799"/>
                  </a:cubicBezTo>
                  <a:cubicBezTo>
                    <a:pt x="45928" y="180793"/>
                    <a:pt x="69910" y="190733"/>
                    <a:pt x="95382" y="190733"/>
                  </a:cubicBezTo>
                  <a:cubicBezTo>
                    <a:pt x="120853" y="190733"/>
                    <a:pt x="144805" y="180793"/>
                    <a:pt x="162799" y="162799"/>
                  </a:cubicBezTo>
                  <a:cubicBezTo>
                    <a:pt x="180824" y="144805"/>
                    <a:pt x="190733" y="120823"/>
                    <a:pt x="190733" y="95351"/>
                  </a:cubicBezTo>
                  <a:cubicBezTo>
                    <a:pt x="190733" y="69910"/>
                    <a:pt x="180824" y="45928"/>
                    <a:pt x="162799" y="27934"/>
                  </a:cubicBezTo>
                  <a:cubicBezTo>
                    <a:pt x="144805" y="9909"/>
                    <a:pt x="120823" y="0"/>
                    <a:pt x="95382" y="0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31"/>
            <p:cNvSpPr/>
            <p:nvPr/>
          </p:nvSpPr>
          <p:spPr>
            <a:xfrm>
              <a:off x="3425100" y="883275"/>
              <a:ext cx="3675625" cy="3675625"/>
            </a:xfrm>
            <a:custGeom>
              <a:avLst/>
              <a:gdLst/>
              <a:ahLst/>
              <a:cxnLst/>
              <a:rect l="l" t="t" r="r" b="b"/>
              <a:pathLst>
                <a:path w="147025" h="147025" extrusionOk="0">
                  <a:moveTo>
                    <a:pt x="73528" y="3800"/>
                  </a:moveTo>
                  <a:cubicBezTo>
                    <a:pt x="111978" y="3800"/>
                    <a:pt x="143225" y="35047"/>
                    <a:pt x="143225" y="73497"/>
                  </a:cubicBezTo>
                  <a:cubicBezTo>
                    <a:pt x="143225" y="111948"/>
                    <a:pt x="111978" y="143225"/>
                    <a:pt x="73528" y="143225"/>
                  </a:cubicBezTo>
                  <a:cubicBezTo>
                    <a:pt x="35077" y="143225"/>
                    <a:pt x="3800" y="111948"/>
                    <a:pt x="3800" y="73497"/>
                  </a:cubicBezTo>
                  <a:cubicBezTo>
                    <a:pt x="3800" y="35047"/>
                    <a:pt x="35077" y="3800"/>
                    <a:pt x="73528" y="3800"/>
                  </a:cubicBezTo>
                  <a:close/>
                  <a:moveTo>
                    <a:pt x="73528" y="1"/>
                  </a:moveTo>
                  <a:cubicBezTo>
                    <a:pt x="32980" y="1"/>
                    <a:pt x="1" y="32950"/>
                    <a:pt x="1" y="73497"/>
                  </a:cubicBezTo>
                  <a:cubicBezTo>
                    <a:pt x="1" y="114045"/>
                    <a:pt x="32980" y="147024"/>
                    <a:pt x="73528" y="147024"/>
                  </a:cubicBezTo>
                  <a:cubicBezTo>
                    <a:pt x="114045" y="147024"/>
                    <a:pt x="147025" y="114045"/>
                    <a:pt x="147025" y="73497"/>
                  </a:cubicBezTo>
                  <a:cubicBezTo>
                    <a:pt x="147025" y="32950"/>
                    <a:pt x="114045" y="1"/>
                    <a:pt x="73528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31"/>
            <p:cNvSpPr/>
            <p:nvPr/>
          </p:nvSpPr>
          <p:spPr>
            <a:xfrm>
              <a:off x="3971475" y="1430400"/>
              <a:ext cx="2583650" cy="2583650"/>
            </a:xfrm>
            <a:custGeom>
              <a:avLst/>
              <a:gdLst/>
              <a:ahLst/>
              <a:cxnLst/>
              <a:rect l="l" t="t" r="r" b="b"/>
              <a:pathLst>
                <a:path w="103346" h="103346" extrusionOk="0">
                  <a:moveTo>
                    <a:pt x="51673" y="3739"/>
                  </a:moveTo>
                  <a:cubicBezTo>
                    <a:pt x="78056" y="3739"/>
                    <a:pt x="99546" y="25199"/>
                    <a:pt x="99546" y="51612"/>
                  </a:cubicBezTo>
                  <a:cubicBezTo>
                    <a:pt x="99546" y="78026"/>
                    <a:pt x="78056" y="99485"/>
                    <a:pt x="51673" y="99485"/>
                  </a:cubicBezTo>
                  <a:cubicBezTo>
                    <a:pt x="25259" y="99485"/>
                    <a:pt x="3800" y="78026"/>
                    <a:pt x="3800" y="51612"/>
                  </a:cubicBezTo>
                  <a:cubicBezTo>
                    <a:pt x="3800" y="25229"/>
                    <a:pt x="25259" y="3739"/>
                    <a:pt x="51673" y="3739"/>
                  </a:cubicBezTo>
                  <a:close/>
                  <a:moveTo>
                    <a:pt x="51673" y="1"/>
                  </a:moveTo>
                  <a:cubicBezTo>
                    <a:pt x="23162" y="1"/>
                    <a:pt x="0" y="23162"/>
                    <a:pt x="0" y="51673"/>
                  </a:cubicBezTo>
                  <a:cubicBezTo>
                    <a:pt x="0" y="80154"/>
                    <a:pt x="23162" y="103346"/>
                    <a:pt x="51673" y="103346"/>
                  </a:cubicBezTo>
                  <a:cubicBezTo>
                    <a:pt x="80154" y="103346"/>
                    <a:pt x="103345" y="80154"/>
                    <a:pt x="103345" y="51673"/>
                  </a:cubicBezTo>
                  <a:cubicBezTo>
                    <a:pt x="103345" y="23162"/>
                    <a:pt x="80154" y="1"/>
                    <a:pt x="51673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31"/>
            <p:cNvSpPr/>
            <p:nvPr/>
          </p:nvSpPr>
          <p:spPr>
            <a:xfrm>
              <a:off x="4516300" y="1974475"/>
              <a:ext cx="1493225" cy="1493225"/>
            </a:xfrm>
            <a:custGeom>
              <a:avLst/>
              <a:gdLst/>
              <a:ahLst/>
              <a:cxnLst/>
              <a:rect l="l" t="t" r="r" b="b"/>
              <a:pathLst>
                <a:path w="59729" h="59729" extrusionOk="0">
                  <a:moveTo>
                    <a:pt x="29880" y="3800"/>
                  </a:moveTo>
                  <a:cubicBezTo>
                    <a:pt x="44227" y="3800"/>
                    <a:pt x="55929" y="15503"/>
                    <a:pt x="55929" y="29849"/>
                  </a:cubicBezTo>
                  <a:cubicBezTo>
                    <a:pt x="55929" y="44226"/>
                    <a:pt x="44227" y="55929"/>
                    <a:pt x="29880" y="55929"/>
                  </a:cubicBezTo>
                  <a:cubicBezTo>
                    <a:pt x="15503" y="55929"/>
                    <a:pt x="3800" y="44226"/>
                    <a:pt x="3800" y="29849"/>
                  </a:cubicBezTo>
                  <a:cubicBezTo>
                    <a:pt x="3800" y="15503"/>
                    <a:pt x="15503" y="3800"/>
                    <a:pt x="29880" y="3800"/>
                  </a:cubicBezTo>
                  <a:close/>
                  <a:moveTo>
                    <a:pt x="29880" y="1"/>
                  </a:moveTo>
                  <a:cubicBezTo>
                    <a:pt x="13405" y="1"/>
                    <a:pt x="1" y="13405"/>
                    <a:pt x="1" y="29849"/>
                  </a:cubicBezTo>
                  <a:cubicBezTo>
                    <a:pt x="1" y="46324"/>
                    <a:pt x="13405" y="59728"/>
                    <a:pt x="29880" y="59728"/>
                  </a:cubicBezTo>
                  <a:cubicBezTo>
                    <a:pt x="46354" y="59728"/>
                    <a:pt x="59728" y="46324"/>
                    <a:pt x="59728" y="29849"/>
                  </a:cubicBezTo>
                  <a:cubicBezTo>
                    <a:pt x="59728" y="13405"/>
                    <a:pt x="46324" y="1"/>
                    <a:pt x="29880" y="1"/>
                  </a:cubicBezTo>
                  <a:close/>
                </a:path>
              </a:pathLst>
            </a:custGeom>
            <a:solidFill>
              <a:srgbClr val="201A4A">
                <a:alpha val="172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33" name="Google Shape;1333;p31"/>
          <p:cNvGrpSpPr/>
          <p:nvPr/>
        </p:nvGrpSpPr>
        <p:grpSpPr>
          <a:xfrm>
            <a:off x="151608" y="193697"/>
            <a:ext cx="8393629" cy="4799168"/>
            <a:chOff x="151608" y="193697"/>
            <a:chExt cx="8393629" cy="4799168"/>
          </a:xfrm>
        </p:grpSpPr>
        <p:grpSp>
          <p:nvGrpSpPr>
            <p:cNvPr id="1334" name="Google Shape;1334;p31"/>
            <p:cNvGrpSpPr/>
            <p:nvPr/>
          </p:nvGrpSpPr>
          <p:grpSpPr>
            <a:xfrm>
              <a:off x="507337" y="193699"/>
              <a:ext cx="609540" cy="583574"/>
              <a:chOff x="3105300" y="593625"/>
              <a:chExt cx="256800" cy="245850"/>
            </a:xfrm>
          </p:grpSpPr>
          <p:sp>
            <p:nvSpPr>
              <p:cNvPr id="1335" name="Google Shape;1335;p31"/>
              <p:cNvSpPr/>
              <p:nvPr/>
            </p:nvSpPr>
            <p:spPr>
              <a:xfrm>
                <a:off x="3130975" y="695850"/>
                <a:ext cx="109875" cy="109875"/>
              </a:xfrm>
              <a:custGeom>
                <a:avLst/>
                <a:gdLst/>
                <a:ahLst/>
                <a:cxnLst/>
                <a:rect l="l" t="t" r="r" b="b"/>
                <a:pathLst>
                  <a:path w="4395" h="4395" extrusionOk="0">
                    <a:moveTo>
                      <a:pt x="1" y="1"/>
                    </a:moveTo>
                    <a:lnTo>
                      <a:pt x="1" y="4394"/>
                    </a:lnTo>
                    <a:lnTo>
                      <a:pt x="4394" y="4394"/>
                    </a:lnTo>
                    <a:lnTo>
                      <a:pt x="439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1"/>
              <p:cNvSpPr/>
              <p:nvPr/>
            </p:nvSpPr>
            <p:spPr>
              <a:xfrm>
                <a:off x="3202300" y="765275"/>
                <a:ext cx="74200" cy="74200"/>
              </a:xfrm>
              <a:custGeom>
                <a:avLst/>
                <a:gdLst/>
                <a:ahLst/>
                <a:cxnLst/>
                <a:rect l="l" t="t" r="r" b="b"/>
                <a:pathLst>
                  <a:path w="2968" h="2968" extrusionOk="0">
                    <a:moveTo>
                      <a:pt x="1" y="1"/>
                    </a:moveTo>
                    <a:lnTo>
                      <a:pt x="1" y="2968"/>
                    </a:lnTo>
                    <a:lnTo>
                      <a:pt x="2968" y="2968"/>
                    </a:lnTo>
                    <a:lnTo>
                      <a:pt x="2968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1"/>
              <p:cNvSpPr/>
              <p:nvPr/>
            </p:nvSpPr>
            <p:spPr>
              <a:xfrm>
                <a:off x="3293125" y="652575"/>
                <a:ext cx="68975" cy="68975"/>
              </a:xfrm>
              <a:custGeom>
                <a:avLst/>
                <a:gdLst/>
                <a:ahLst/>
                <a:cxnLst/>
                <a:rect l="l" t="t" r="r" b="b"/>
                <a:pathLst>
                  <a:path w="2759" h="2759" extrusionOk="0">
                    <a:moveTo>
                      <a:pt x="1" y="1"/>
                    </a:moveTo>
                    <a:lnTo>
                      <a:pt x="1" y="2759"/>
                    </a:lnTo>
                    <a:lnTo>
                      <a:pt x="2759" y="2759"/>
                    </a:lnTo>
                    <a:lnTo>
                      <a:pt x="2759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1"/>
              <p:cNvSpPr/>
              <p:nvPr/>
            </p:nvSpPr>
            <p:spPr>
              <a:xfrm>
                <a:off x="3105300" y="593625"/>
                <a:ext cx="35675" cy="35675"/>
              </a:xfrm>
              <a:custGeom>
                <a:avLst/>
                <a:gdLst/>
                <a:ahLst/>
                <a:cxnLst/>
                <a:rect l="l" t="t" r="r" b="b"/>
                <a:pathLst>
                  <a:path w="1427" h="1427" extrusionOk="0">
                    <a:moveTo>
                      <a:pt x="0" y="0"/>
                    </a:moveTo>
                    <a:lnTo>
                      <a:pt x="0" y="1427"/>
                    </a:lnTo>
                    <a:lnTo>
                      <a:pt x="1427" y="1427"/>
                    </a:lnTo>
                    <a:lnTo>
                      <a:pt x="142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39" name="Google Shape;1339;p31"/>
            <p:cNvGrpSpPr/>
            <p:nvPr/>
          </p:nvGrpSpPr>
          <p:grpSpPr>
            <a:xfrm>
              <a:off x="7913328" y="1157702"/>
              <a:ext cx="631910" cy="457789"/>
              <a:chOff x="691339" y="-641130"/>
              <a:chExt cx="254310" cy="184228"/>
            </a:xfrm>
          </p:grpSpPr>
          <p:sp>
            <p:nvSpPr>
              <p:cNvPr id="1340" name="Google Shape;1340;p31"/>
              <p:cNvSpPr/>
              <p:nvPr/>
            </p:nvSpPr>
            <p:spPr>
              <a:xfrm>
                <a:off x="888549" y="-641130"/>
                <a:ext cx="57100" cy="57100"/>
              </a:xfrm>
              <a:custGeom>
                <a:avLst/>
                <a:gdLst/>
                <a:ahLst/>
                <a:cxnLst/>
                <a:rect l="l" t="t" r="r" b="b"/>
                <a:pathLst>
                  <a:path w="2284" h="2284" extrusionOk="0">
                    <a:moveTo>
                      <a:pt x="1" y="1"/>
                    </a:moveTo>
                    <a:lnTo>
                      <a:pt x="1" y="2283"/>
                    </a:lnTo>
                    <a:lnTo>
                      <a:pt x="2283" y="2283"/>
                    </a:lnTo>
                    <a:lnTo>
                      <a:pt x="228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1"/>
              <p:cNvSpPr/>
              <p:nvPr/>
            </p:nvSpPr>
            <p:spPr>
              <a:xfrm>
                <a:off x="691339" y="-590527"/>
                <a:ext cx="103700" cy="104150"/>
              </a:xfrm>
              <a:custGeom>
                <a:avLst/>
                <a:gdLst/>
                <a:ahLst/>
                <a:cxnLst/>
                <a:rect l="l" t="t" r="r" b="b"/>
                <a:pathLst>
                  <a:path w="4148" h="4166" extrusionOk="0">
                    <a:moveTo>
                      <a:pt x="1" y="0"/>
                    </a:moveTo>
                    <a:lnTo>
                      <a:pt x="1" y="4166"/>
                    </a:lnTo>
                    <a:lnTo>
                      <a:pt x="4147" y="4166"/>
                    </a:lnTo>
                    <a:lnTo>
                      <a:pt x="4147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1"/>
              <p:cNvSpPr/>
              <p:nvPr/>
            </p:nvSpPr>
            <p:spPr>
              <a:xfrm>
                <a:off x="753639" y="-528252"/>
                <a:ext cx="71350" cy="71350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1" y="1"/>
                    </a:moveTo>
                    <a:lnTo>
                      <a:pt x="1" y="2854"/>
                    </a:lnTo>
                    <a:lnTo>
                      <a:pt x="2854" y="2854"/>
                    </a:lnTo>
                    <a:lnTo>
                      <a:pt x="285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43" name="Google Shape;1343;p31"/>
            <p:cNvGrpSpPr/>
            <p:nvPr/>
          </p:nvGrpSpPr>
          <p:grpSpPr>
            <a:xfrm>
              <a:off x="342634" y="4343584"/>
              <a:ext cx="648306" cy="649281"/>
              <a:chOff x="5022684" y="4300597"/>
              <a:chExt cx="648306" cy="649281"/>
            </a:xfrm>
          </p:grpSpPr>
          <p:sp>
            <p:nvSpPr>
              <p:cNvPr id="1344" name="Google Shape;1344;p31"/>
              <p:cNvSpPr/>
              <p:nvPr/>
            </p:nvSpPr>
            <p:spPr>
              <a:xfrm>
                <a:off x="5022684" y="4300597"/>
                <a:ext cx="235516" cy="235528"/>
              </a:xfrm>
              <a:custGeom>
                <a:avLst/>
                <a:gdLst/>
                <a:ahLst/>
                <a:cxnLst/>
                <a:rect l="l" t="t" r="r" b="b"/>
                <a:pathLst>
                  <a:path w="4851" h="4851" extrusionOk="0">
                    <a:moveTo>
                      <a:pt x="0" y="1"/>
                    </a:moveTo>
                    <a:lnTo>
                      <a:pt x="0" y="4851"/>
                    </a:lnTo>
                    <a:lnTo>
                      <a:pt x="4850" y="4851"/>
                    </a:lnTo>
                    <a:lnTo>
                      <a:pt x="4850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1"/>
              <p:cNvSpPr/>
              <p:nvPr/>
            </p:nvSpPr>
            <p:spPr>
              <a:xfrm>
                <a:off x="5157512" y="4434502"/>
                <a:ext cx="166235" cy="166292"/>
              </a:xfrm>
              <a:custGeom>
                <a:avLst/>
                <a:gdLst/>
                <a:ahLst/>
                <a:cxnLst/>
                <a:rect l="l" t="t" r="r" b="b"/>
                <a:pathLst>
                  <a:path w="3424" h="3425" extrusionOk="0">
                    <a:moveTo>
                      <a:pt x="0" y="1"/>
                    </a:moveTo>
                    <a:lnTo>
                      <a:pt x="0" y="3424"/>
                    </a:lnTo>
                    <a:lnTo>
                      <a:pt x="3424" y="3424"/>
                    </a:lnTo>
                    <a:lnTo>
                      <a:pt x="3424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1"/>
              <p:cNvSpPr/>
              <p:nvPr/>
            </p:nvSpPr>
            <p:spPr>
              <a:xfrm>
                <a:off x="5569375" y="4434502"/>
                <a:ext cx="101615" cy="101620"/>
              </a:xfrm>
              <a:custGeom>
                <a:avLst/>
                <a:gdLst/>
                <a:ahLst/>
                <a:cxnLst/>
                <a:rect l="l" t="t" r="r" b="b"/>
                <a:pathLst>
                  <a:path w="2093" h="2093" extrusionOk="0">
                    <a:moveTo>
                      <a:pt x="0" y="1"/>
                    </a:moveTo>
                    <a:lnTo>
                      <a:pt x="0" y="2093"/>
                    </a:lnTo>
                    <a:lnTo>
                      <a:pt x="2093" y="2093"/>
                    </a:lnTo>
                    <a:lnTo>
                      <a:pt x="2093" y="1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1"/>
              <p:cNvSpPr/>
              <p:nvPr/>
            </p:nvSpPr>
            <p:spPr>
              <a:xfrm>
                <a:off x="5294185" y="4811309"/>
                <a:ext cx="138562" cy="138569"/>
              </a:xfrm>
              <a:custGeom>
                <a:avLst/>
                <a:gdLst/>
                <a:ahLst/>
                <a:cxnLst/>
                <a:rect l="l" t="t" r="r" b="b"/>
                <a:pathLst>
                  <a:path w="2854" h="2854" extrusionOk="0">
                    <a:moveTo>
                      <a:pt x="0" y="0"/>
                    </a:moveTo>
                    <a:lnTo>
                      <a:pt x="0" y="2853"/>
                    </a:lnTo>
                    <a:lnTo>
                      <a:pt x="2853" y="2853"/>
                    </a:lnTo>
                    <a:lnTo>
                      <a:pt x="2853" y="0"/>
                    </a:lnTo>
                    <a:close/>
                  </a:path>
                </a:pathLst>
              </a:custGeom>
              <a:solidFill>
                <a:srgbClr val="FFFFFF">
                  <a:alpha val="3125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348" name="Google Shape;1348;p31"/>
            <p:cNvSpPr/>
            <p:nvPr/>
          </p:nvSpPr>
          <p:spPr>
            <a:xfrm>
              <a:off x="7913330" y="193697"/>
              <a:ext cx="175087" cy="191303"/>
            </a:xfrm>
            <a:custGeom>
              <a:avLst/>
              <a:gdLst/>
              <a:ahLst/>
              <a:cxnLst/>
              <a:rect l="l" t="t" r="r" b="b"/>
              <a:pathLst>
                <a:path w="6338" h="6925" extrusionOk="0">
                  <a:moveTo>
                    <a:pt x="749" y="0"/>
                  </a:moveTo>
                  <a:cubicBezTo>
                    <a:pt x="358" y="0"/>
                    <a:pt x="0" y="307"/>
                    <a:pt x="0" y="708"/>
                  </a:cubicBezTo>
                  <a:lnTo>
                    <a:pt x="0" y="6179"/>
                  </a:lnTo>
                  <a:cubicBezTo>
                    <a:pt x="0" y="6626"/>
                    <a:pt x="351" y="6925"/>
                    <a:pt x="737" y="6925"/>
                  </a:cubicBezTo>
                  <a:cubicBezTo>
                    <a:pt x="870" y="6925"/>
                    <a:pt x="1006" y="6890"/>
                    <a:pt x="1134" y="6813"/>
                  </a:cubicBezTo>
                  <a:lnTo>
                    <a:pt x="5838" y="4111"/>
                  </a:lnTo>
                  <a:cubicBezTo>
                    <a:pt x="6338" y="3811"/>
                    <a:pt x="6338" y="3077"/>
                    <a:pt x="5838" y="2810"/>
                  </a:cubicBezTo>
                  <a:lnTo>
                    <a:pt x="1134" y="108"/>
                  </a:lnTo>
                  <a:cubicBezTo>
                    <a:pt x="1010" y="34"/>
                    <a:pt x="878" y="0"/>
                    <a:pt x="74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49" name="Google Shape;1349;p31"/>
            <p:cNvGrpSpPr/>
            <p:nvPr/>
          </p:nvGrpSpPr>
          <p:grpSpPr>
            <a:xfrm>
              <a:off x="151608" y="1402587"/>
              <a:ext cx="355724" cy="1888212"/>
              <a:chOff x="124471" y="1153724"/>
              <a:chExt cx="355724" cy="1888212"/>
            </a:xfrm>
          </p:grpSpPr>
          <p:sp>
            <p:nvSpPr>
              <p:cNvPr id="1350" name="Google Shape;1350;p31"/>
              <p:cNvSpPr/>
              <p:nvPr/>
            </p:nvSpPr>
            <p:spPr>
              <a:xfrm>
                <a:off x="224005" y="1153724"/>
                <a:ext cx="15691" cy="212906"/>
              </a:xfrm>
              <a:custGeom>
                <a:avLst/>
                <a:gdLst/>
                <a:ahLst/>
                <a:cxnLst/>
                <a:rect l="l" t="t" r="r" b="b"/>
                <a:pathLst>
                  <a:path w="568" h="7707" extrusionOk="0">
                    <a:moveTo>
                      <a:pt x="267" y="1"/>
                    </a:moveTo>
                    <a:cubicBezTo>
                      <a:pt x="100" y="1"/>
                      <a:pt x="0" y="101"/>
                      <a:pt x="0" y="268"/>
                    </a:cubicBezTo>
                    <a:lnTo>
                      <a:pt x="0" y="7406"/>
                    </a:lnTo>
                    <a:cubicBezTo>
                      <a:pt x="0" y="7573"/>
                      <a:pt x="100" y="7706"/>
                      <a:pt x="267" y="7706"/>
                    </a:cubicBezTo>
                    <a:cubicBezTo>
                      <a:pt x="400" y="7706"/>
                      <a:pt x="534" y="7573"/>
                      <a:pt x="567" y="7406"/>
                    </a:cubicBezTo>
                    <a:lnTo>
                      <a:pt x="567" y="268"/>
                    </a:lnTo>
                    <a:cubicBezTo>
                      <a:pt x="567" y="101"/>
                      <a:pt x="434" y="1"/>
                      <a:pt x="2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1"/>
              <p:cNvSpPr/>
              <p:nvPr/>
            </p:nvSpPr>
            <p:spPr>
              <a:xfrm>
                <a:off x="124471" y="1251407"/>
                <a:ext cx="212906" cy="15691"/>
              </a:xfrm>
              <a:custGeom>
                <a:avLst/>
                <a:gdLst/>
                <a:ahLst/>
                <a:cxnLst/>
                <a:rect l="l" t="t" r="r" b="b"/>
                <a:pathLst>
                  <a:path w="7707" h="568" extrusionOk="0">
                    <a:moveTo>
                      <a:pt x="301" y="1"/>
                    </a:moveTo>
                    <a:cubicBezTo>
                      <a:pt x="134" y="1"/>
                      <a:pt x="1" y="134"/>
                      <a:pt x="1" y="301"/>
                    </a:cubicBezTo>
                    <a:cubicBezTo>
                      <a:pt x="1" y="468"/>
                      <a:pt x="134" y="568"/>
                      <a:pt x="301" y="568"/>
                    </a:cubicBezTo>
                    <a:lnTo>
                      <a:pt x="7439" y="568"/>
                    </a:lnTo>
                    <a:cubicBezTo>
                      <a:pt x="7606" y="568"/>
                      <a:pt x="7706" y="468"/>
                      <a:pt x="7706" y="301"/>
                    </a:cubicBezTo>
                    <a:cubicBezTo>
                      <a:pt x="7706" y="101"/>
                      <a:pt x="7606" y="1"/>
                      <a:pt x="74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1"/>
              <p:cNvSpPr/>
              <p:nvPr/>
            </p:nvSpPr>
            <p:spPr>
              <a:xfrm>
                <a:off x="323843" y="1395556"/>
                <a:ext cx="155446" cy="160916"/>
              </a:xfrm>
              <a:custGeom>
                <a:avLst/>
                <a:gdLst/>
                <a:ahLst/>
                <a:cxnLst/>
                <a:rect l="l" t="t" r="r" b="b"/>
                <a:pathLst>
                  <a:path w="5627" h="5825" extrusionOk="0">
                    <a:moveTo>
                      <a:pt x="673" y="0"/>
                    </a:moveTo>
                    <a:cubicBezTo>
                      <a:pt x="305" y="0"/>
                      <a:pt x="1" y="343"/>
                      <a:pt x="55" y="754"/>
                    </a:cubicBezTo>
                    <a:lnTo>
                      <a:pt x="623" y="5290"/>
                    </a:lnTo>
                    <a:cubicBezTo>
                      <a:pt x="669" y="5613"/>
                      <a:pt x="955" y="5825"/>
                      <a:pt x="1248" y="5825"/>
                    </a:cubicBezTo>
                    <a:cubicBezTo>
                      <a:pt x="1378" y="5825"/>
                      <a:pt x="1510" y="5783"/>
                      <a:pt x="1623" y="5690"/>
                    </a:cubicBezTo>
                    <a:lnTo>
                      <a:pt x="5259" y="2922"/>
                    </a:lnTo>
                    <a:cubicBezTo>
                      <a:pt x="5626" y="2622"/>
                      <a:pt x="5526" y="2021"/>
                      <a:pt x="5126" y="1821"/>
                    </a:cubicBezTo>
                    <a:lnTo>
                      <a:pt x="923" y="53"/>
                    </a:lnTo>
                    <a:cubicBezTo>
                      <a:pt x="839" y="17"/>
                      <a:pt x="754" y="0"/>
                      <a:pt x="67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1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1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55" name="Google Shape;1355;p31"/>
            <p:cNvGrpSpPr/>
            <p:nvPr/>
          </p:nvGrpSpPr>
          <p:grpSpPr>
            <a:xfrm>
              <a:off x="5669774" y="4743018"/>
              <a:ext cx="229483" cy="220256"/>
              <a:chOff x="250712" y="2821681"/>
              <a:chExt cx="229483" cy="220256"/>
            </a:xfrm>
          </p:grpSpPr>
          <p:sp>
            <p:nvSpPr>
              <p:cNvPr id="1356" name="Google Shape;1356;p31"/>
              <p:cNvSpPr/>
              <p:nvPr/>
            </p:nvSpPr>
            <p:spPr>
              <a:xfrm>
                <a:off x="250712" y="2821681"/>
                <a:ext cx="69145" cy="69118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502" extrusionOk="0">
                    <a:moveTo>
                      <a:pt x="1268" y="0"/>
                    </a:moveTo>
                    <a:cubicBezTo>
                      <a:pt x="534" y="0"/>
                      <a:pt x="1" y="534"/>
                      <a:pt x="1" y="1234"/>
                    </a:cubicBezTo>
                    <a:cubicBezTo>
                      <a:pt x="1" y="1968"/>
                      <a:pt x="534" y="2502"/>
                      <a:pt x="1268" y="2502"/>
                    </a:cubicBezTo>
                    <a:cubicBezTo>
                      <a:pt x="1969" y="2502"/>
                      <a:pt x="2502" y="1968"/>
                      <a:pt x="2502" y="1234"/>
                    </a:cubicBezTo>
                    <a:cubicBezTo>
                      <a:pt x="2502" y="534"/>
                      <a:pt x="1935" y="0"/>
                      <a:pt x="12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1"/>
              <p:cNvSpPr/>
              <p:nvPr/>
            </p:nvSpPr>
            <p:spPr>
              <a:xfrm>
                <a:off x="394474" y="2956216"/>
                <a:ext cx="85720" cy="85720"/>
              </a:xfrm>
              <a:custGeom>
                <a:avLst/>
                <a:gdLst/>
                <a:ahLst/>
                <a:cxnLst/>
                <a:rect l="l" t="t" r="r" b="b"/>
                <a:pathLst>
                  <a:path w="3103" h="3103" extrusionOk="0">
                    <a:moveTo>
                      <a:pt x="1568" y="0"/>
                    </a:moveTo>
                    <a:cubicBezTo>
                      <a:pt x="734" y="0"/>
                      <a:pt x="0" y="701"/>
                      <a:pt x="0" y="1535"/>
                    </a:cubicBezTo>
                    <a:cubicBezTo>
                      <a:pt x="0" y="2369"/>
                      <a:pt x="734" y="3102"/>
                      <a:pt x="1568" y="3102"/>
                    </a:cubicBezTo>
                    <a:cubicBezTo>
                      <a:pt x="2402" y="3102"/>
                      <a:pt x="3102" y="2369"/>
                      <a:pt x="3102" y="1535"/>
                    </a:cubicBezTo>
                    <a:cubicBezTo>
                      <a:pt x="3102" y="667"/>
                      <a:pt x="2402" y="0"/>
                      <a:pt x="15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58" name="Google Shape;1358;p31"/>
          <p:cNvGrpSpPr/>
          <p:nvPr/>
        </p:nvGrpSpPr>
        <p:grpSpPr>
          <a:xfrm>
            <a:off x="8758502" y="3301184"/>
            <a:ext cx="232368" cy="973684"/>
            <a:chOff x="6656577" y="3252597"/>
            <a:chExt cx="232368" cy="973684"/>
          </a:xfrm>
        </p:grpSpPr>
        <p:sp>
          <p:nvSpPr>
            <p:cNvPr id="1359" name="Google Shape;1359;p31"/>
            <p:cNvSpPr/>
            <p:nvPr/>
          </p:nvSpPr>
          <p:spPr>
            <a:xfrm>
              <a:off x="6797232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69" y="3937"/>
                    <a:pt x="3936" y="3069"/>
                    <a:pt x="3936" y="1969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31"/>
            <p:cNvSpPr/>
            <p:nvPr/>
          </p:nvSpPr>
          <p:spPr>
            <a:xfrm>
              <a:off x="6797232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31"/>
            <p:cNvSpPr/>
            <p:nvPr/>
          </p:nvSpPr>
          <p:spPr>
            <a:xfrm>
              <a:off x="6797232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69" y="3936"/>
                    <a:pt x="3936" y="3036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31"/>
            <p:cNvSpPr/>
            <p:nvPr/>
          </p:nvSpPr>
          <p:spPr>
            <a:xfrm>
              <a:off x="6656577" y="325259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9"/>
                  </a:cubicBezTo>
                  <a:cubicBezTo>
                    <a:pt x="0" y="3069"/>
                    <a:pt x="901" y="3937"/>
                    <a:pt x="1968" y="3937"/>
                  </a:cubicBezTo>
                  <a:cubicBezTo>
                    <a:pt x="3036" y="3937"/>
                    <a:pt x="3937" y="3069"/>
                    <a:pt x="3937" y="1969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31"/>
            <p:cNvSpPr/>
            <p:nvPr/>
          </p:nvSpPr>
          <p:spPr>
            <a:xfrm>
              <a:off x="6656577" y="3434438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31"/>
            <p:cNvSpPr/>
            <p:nvPr/>
          </p:nvSpPr>
          <p:spPr>
            <a:xfrm>
              <a:off x="6656577" y="3617047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36"/>
                    <a:pt x="901" y="3936"/>
                    <a:pt x="1968" y="3936"/>
                  </a:cubicBezTo>
                  <a:cubicBezTo>
                    <a:pt x="3036" y="3936"/>
                    <a:pt x="3937" y="3036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31"/>
            <p:cNvSpPr/>
            <p:nvPr/>
          </p:nvSpPr>
          <p:spPr>
            <a:xfrm>
              <a:off x="6797232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69" y="3936"/>
                    <a:pt x="3936" y="3069"/>
                    <a:pt x="3936" y="1968"/>
                  </a:cubicBezTo>
                  <a:cubicBezTo>
                    <a:pt x="3936" y="901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31"/>
            <p:cNvSpPr/>
            <p:nvPr/>
          </p:nvSpPr>
          <p:spPr>
            <a:xfrm>
              <a:off x="6797232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69" y="3937"/>
                    <a:pt x="3936" y="3070"/>
                    <a:pt x="3936" y="1969"/>
                  </a:cubicBezTo>
                  <a:cubicBezTo>
                    <a:pt x="3936" y="902"/>
                    <a:pt x="3069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31"/>
            <p:cNvSpPr/>
            <p:nvPr/>
          </p:nvSpPr>
          <p:spPr>
            <a:xfrm>
              <a:off x="6798001" y="4135338"/>
              <a:ext cx="90944" cy="90944"/>
            </a:xfrm>
            <a:custGeom>
              <a:avLst/>
              <a:gdLst/>
              <a:ahLst/>
              <a:cxnLst/>
              <a:rect l="l" t="t" r="r" b="b"/>
              <a:pathLst>
                <a:path w="3904" h="3904" extrusionOk="0">
                  <a:moveTo>
                    <a:pt x="1935" y="0"/>
                  </a:moveTo>
                  <a:cubicBezTo>
                    <a:pt x="868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35" y="3903"/>
                  </a:cubicBezTo>
                  <a:cubicBezTo>
                    <a:pt x="3036" y="3903"/>
                    <a:pt x="3903" y="3036"/>
                    <a:pt x="3903" y="1935"/>
                  </a:cubicBezTo>
                  <a:cubicBezTo>
                    <a:pt x="3903" y="868"/>
                    <a:pt x="3036" y="0"/>
                    <a:pt x="1935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31"/>
            <p:cNvSpPr/>
            <p:nvPr/>
          </p:nvSpPr>
          <p:spPr>
            <a:xfrm>
              <a:off x="6656577" y="3769350"/>
              <a:ext cx="91712" cy="91712"/>
            </a:xfrm>
            <a:custGeom>
              <a:avLst/>
              <a:gdLst/>
              <a:ahLst/>
              <a:cxnLst/>
              <a:rect l="l" t="t" r="r" b="b"/>
              <a:pathLst>
                <a:path w="3937" h="3937" extrusionOk="0">
                  <a:moveTo>
                    <a:pt x="1968" y="0"/>
                  </a:moveTo>
                  <a:cubicBezTo>
                    <a:pt x="901" y="0"/>
                    <a:pt x="0" y="901"/>
                    <a:pt x="0" y="1968"/>
                  </a:cubicBezTo>
                  <a:cubicBezTo>
                    <a:pt x="0" y="3069"/>
                    <a:pt x="901" y="3936"/>
                    <a:pt x="1968" y="3936"/>
                  </a:cubicBezTo>
                  <a:cubicBezTo>
                    <a:pt x="3036" y="3936"/>
                    <a:pt x="3937" y="3069"/>
                    <a:pt x="3937" y="1968"/>
                  </a:cubicBezTo>
                  <a:cubicBezTo>
                    <a:pt x="3937" y="901"/>
                    <a:pt x="3036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31"/>
            <p:cNvSpPr/>
            <p:nvPr/>
          </p:nvSpPr>
          <p:spPr>
            <a:xfrm>
              <a:off x="6656577" y="3951936"/>
              <a:ext cx="91712" cy="91736"/>
            </a:xfrm>
            <a:custGeom>
              <a:avLst/>
              <a:gdLst/>
              <a:ahLst/>
              <a:cxnLst/>
              <a:rect l="l" t="t" r="r" b="b"/>
              <a:pathLst>
                <a:path w="3937" h="3938" extrusionOk="0">
                  <a:moveTo>
                    <a:pt x="1968" y="1"/>
                  </a:moveTo>
                  <a:cubicBezTo>
                    <a:pt x="901" y="1"/>
                    <a:pt x="0" y="902"/>
                    <a:pt x="0" y="1969"/>
                  </a:cubicBezTo>
                  <a:cubicBezTo>
                    <a:pt x="0" y="3070"/>
                    <a:pt x="901" y="3937"/>
                    <a:pt x="1968" y="3937"/>
                  </a:cubicBezTo>
                  <a:cubicBezTo>
                    <a:pt x="3036" y="3937"/>
                    <a:pt x="3937" y="3070"/>
                    <a:pt x="3937" y="1969"/>
                  </a:cubicBezTo>
                  <a:cubicBezTo>
                    <a:pt x="3937" y="902"/>
                    <a:pt x="3036" y="1"/>
                    <a:pt x="1968" y="1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31"/>
            <p:cNvSpPr/>
            <p:nvPr/>
          </p:nvSpPr>
          <p:spPr>
            <a:xfrm>
              <a:off x="6656577" y="4135338"/>
              <a:ext cx="91712" cy="90944"/>
            </a:xfrm>
            <a:custGeom>
              <a:avLst/>
              <a:gdLst/>
              <a:ahLst/>
              <a:cxnLst/>
              <a:rect l="l" t="t" r="r" b="b"/>
              <a:pathLst>
                <a:path w="3937" h="3904" extrusionOk="0">
                  <a:moveTo>
                    <a:pt x="1968" y="0"/>
                  </a:moveTo>
                  <a:cubicBezTo>
                    <a:pt x="901" y="0"/>
                    <a:pt x="0" y="868"/>
                    <a:pt x="0" y="1935"/>
                  </a:cubicBezTo>
                  <a:cubicBezTo>
                    <a:pt x="0" y="3036"/>
                    <a:pt x="868" y="3903"/>
                    <a:pt x="1968" y="3903"/>
                  </a:cubicBezTo>
                  <a:cubicBezTo>
                    <a:pt x="3069" y="3903"/>
                    <a:pt x="3937" y="3036"/>
                    <a:pt x="3937" y="1935"/>
                  </a:cubicBezTo>
                  <a:cubicBezTo>
                    <a:pt x="3937" y="868"/>
                    <a:pt x="3069" y="0"/>
                    <a:pt x="1968" y="0"/>
                  </a:cubicBezTo>
                  <a:close/>
                </a:path>
              </a:pathLst>
            </a:custGeom>
            <a:solidFill>
              <a:srgbClr val="7789F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dk2"/>
            </a:gs>
          </a:gsLst>
          <a:lin ang="18900044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rbitron"/>
              <a:buNone/>
              <a:defRPr sz="3200" b="1">
                <a:solidFill>
                  <a:schemeClr val="dk1"/>
                </a:solidFill>
                <a:latin typeface="Orbitron"/>
                <a:ea typeface="Orbitron"/>
                <a:cs typeface="Orbitron"/>
                <a:sym typeface="Orbitron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uprum"/>
              <a:buNone/>
              <a:defRPr sz="3500" b="1">
                <a:solidFill>
                  <a:schemeClr val="dk1"/>
                </a:solidFill>
                <a:latin typeface="Cuprum"/>
                <a:ea typeface="Cuprum"/>
                <a:cs typeface="Cuprum"/>
                <a:sym typeface="Cupr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●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○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Char char="■"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75" r:id="rId3"/>
    <p:sldLayoutId id="2147483676" r:id="rId4"/>
    <p:sldLayoutId id="2147483677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Google Shape;1381;p35"/>
          <p:cNvSpPr txBox="1">
            <a:spLocks noGrp="1"/>
          </p:cNvSpPr>
          <p:nvPr>
            <p:ph type="subTitle" idx="1"/>
          </p:nvPr>
        </p:nvSpPr>
        <p:spPr>
          <a:xfrm>
            <a:off x="713100" y="3073223"/>
            <a:ext cx="42327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BE" sz="1050" dirty="0"/>
              <a:t>A</a:t>
            </a:r>
            <a:r>
              <a:rPr lang="en" sz="1050" dirty="0"/>
              <a:t>yse Uckuyulu</a:t>
            </a:r>
            <a:endParaRPr sz="1050" dirty="0"/>
          </a:p>
        </p:txBody>
      </p:sp>
      <p:sp>
        <p:nvSpPr>
          <p:cNvPr id="1382" name="Google Shape;1382;p35"/>
          <p:cNvSpPr txBox="1">
            <a:spLocks noGrp="1"/>
          </p:cNvSpPr>
          <p:nvPr>
            <p:ph type="ctrTitle"/>
          </p:nvPr>
        </p:nvSpPr>
        <p:spPr>
          <a:xfrm>
            <a:off x="713100" y="1166625"/>
            <a:ext cx="4640100" cy="22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nl-BE" sz="2800" dirty="0" err="1">
                <a:solidFill>
                  <a:schemeClr val="tx2"/>
                </a:solidFill>
              </a:rPr>
              <a:t>MovieHeaven</a:t>
            </a:r>
            <a:r>
              <a:rPr lang="nl-BE" sz="2800" dirty="0"/>
              <a:t> verkoop en verhuur van films</a:t>
            </a:r>
          </a:p>
        </p:txBody>
      </p:sp>
      <p:pic>
        <p:nvPicPr>
          <p:cNvPr id="1028" name="Picture 4" descr="GitHub - ashish-makes/movies-website-ui: Movies Web UI is a movie and web  series website design project created with HTML, Tailwind CSS, and  JavaScript.">
            <a:extLst>
              <a:ext uri="{FF2B5EF4-FFF2-40B4-BE49-F238E27FC236}">
                <a16:creationId xmlns:a16="http://schemas.microsoft.com/office/drawing/2014/main" id="{534ACEF2-2932-3B85-B298-4C92BF7A55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1230" y="866429"/>
            <a:ext cx="3585452" cy="28326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FBB13A-59C8-2831-C780-B600B9608C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56456" y="599554"/>
            <a:ext cx="2733981" cy="475800"/>
          </a:xfrm>
        </p:spPr>
        <p:txBody>
          <a:bodyPr/>
          <a:lstStyle/>
          <a:p>
            <a:r>
              <a:rPr lang="nl-BE" sz="2800" dirty="0"/>
              <a:t>Kort uitleg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3F87EED-56E2-674A-02D2-4CC881D177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79" y="1527593"/>
            <a:ext cx="7112470" cy="2215067"/>
          </a:xfrm>
        </p:spPr>
        <p:txBody>
          <a:bodyPr/>
          <a:lstStyle/>
          <a:p>
            <a:pPr marL="425450" indent="-285750">
              <a:buFont typeface="Arial" panose="020B0604020202020204" pitchFamily="34" charset="0"/>
              <a:buChar char="•"/>
            </a:pPr>
            <a:r>
              <a:rPr lang="nl-BE" sz="1400" dirty="0"/>
              <a:t>Website films kopen en huren</a:t>
            </a:r>
            <a:br>
              <a:rPr lang="nl-BE" sz="1400" dirty="0"/>
            </a:br>
            <a:endParaRPr lang="nl-BE" sz="1400" dirty="0"/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nl-BE" sz="1400" dirty="0"/>
              <a:t>Breed aanbod films, gebruiksvriendelijke interface</a:t>
            </a:r>
            <a:br>
              <a:rPr lang="nl-BE" sz="1400" dirty="0"/>
            </a:br>
            <a:endParaRPr lang="nl-BE" sz="1400" dirty="0"/>
          </a:p>
          <a:p>
            <a:pPr marL="425450" indent="-285750">
              <a:buFont typeface="Arial" panose="020B0604020202020204" pitchFamily="34" charset="0"/>
              <a:buChar char="•"/>
            </a:pPr>
            <a:r>
              <a:rPr lang="nl-BE" sz="1400" dirty="0"/>
              <a:t>Eenvoudig legaal films, zonder fysieke winkelbezoeken.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88435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844C-D3C8-2E2C-D25F-65A206733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4F45AA-E440-1EC6-85AF-D352D288A4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98000" y="620819"/>
            <a:ext cx="3861032" cy="475800"/>
          </a:xfrm>
        </p:spPr>
        <p:txBody>
          <a:bodyPr/>
          <a:lstStyle/>
          <a:p>
            <a:r>
              <a:rPr lang="nl-BE" sz="2800" dirty="0"/>
              <a:t>Vroegere situatie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A56985C-F71A-1FB6-DAB2-9961495315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79" y="1527593"/>
            <a:ext cx="7112470" cy="221506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Fysieke winkels of ouderwetse DVD-verhuur</a:t>
            </a:r>
            <a:br>
              <a:rPr lang="nl-BE" sz="1400" dirty="0"/>
            </a:br>
            <a:endParaRPr lang="nl-BE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Beperkt aanbod, geen 24/7 beschikbaarheid, logistieke problemen,…</a:t>
            </a:r>
            <a:br>
              <a:rPr lang="nl-BE" sz="1400" dirty="0"/>
            </a:br>
            <a:endParaRPr lang="nl-BE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Online platform biedt gemak, een groter aanbod en directe toegang tot films.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788506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35B20-BE27-674D-02D5-43855019F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511D1-5217-8030-670E-F40406BDD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42819" y="670438"/>
            <a:ext cx="4328865" cy="475800"/>
          </a:xfrm>
        </p:spPr>
        <p:txBody>
          <a:bodyPr/>
          <a:lstStyle/>
          <a:p>
            <a:r>
              <a:rPr lang="nl-BE" sz="2800" dirty="0"/>
              <a:t>Doel van het project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21C028AD-3462-BBA2-F434-B0AF7105F4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79" y="1527593"/>
            <a:ext cx="7112470" cy="221506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Online verkoop &amp; verhuur van films via een gebruiksvriendelijke website</a:t>
            </a:r>
            <a:br>
              <a:rPr lang="nl-BE" sz="1600" b="1" dirty="0"/>
            </a:br>
            <a:endParaRPr lang="nl-BE" sz="16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Gebruikersgemak en efficiëntie verbeteren </a:t>
            </a:r>
            <a:r>
              <a:rPr lang="nl-BE" sz="1400" dirty="0">
                <a:sym typeface="Wingdings" panose="05000000000000000000" pitchFamily="2" charset="2"/>
              </a:rPr>
              <a:t></a:t>
            </a:r>
            <a:r>
              <a:rPr lang="nl-BE" sz="1400" dirty="0"/>
              <a:t> eenvoudige navigatie &amp; zoekfuncties</a:t>
            </a:r>
            <a:br>
              <a:rPr lang="nl-BE" sz="1400" dirty="0"/>
            </a:br>
            <a:endParaRPr lang="nl-BE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Overzichtelijke en aantrekkelijke interface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1881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C3205-A155-EF26-A91E-CF23D8812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97F369-87FD-ED3A-C9F4-43085F248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677526"/>
            <a:ext cx="4572000" cy="475800"/>
          </a:xfrm>
        </p:spPr>
        <p:txBody>
          <a:bodyPr/>
          <a:lstStyle/>
          <a:p>
            <a:r>
              <a:rPr lang="nl-BE" sz="2800" dirty="0"/>
              <a:t>Voorstelling tabellen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1D37681-EDE0-B066-CB2F-6A092C843C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017948"/>
            <a:ext cx="4331914" cy="517612"/>
          </a:xfrm>
          <a:prstGeom prst="rect">
            <a:avLst/>
          </a:prstGeom>
        </p:spPr>
      </p:pic>
      <p:pic>
        <p:nvPicPr>
          <p:cNvPr id="7" name="Afbeelding 6" descr="Afbeelding met tekst, Lettertype, nummer, lijn&#10;&#10;Door AI gegenereerde inhoud is mogelijk onjuist.">
            <a:extLst>
              <a:ext uri="{FF2B5EF4-FFF2-40B4-BE49-F238E27FC236}">
                <a16:creationId xmlns:a16="http://schemas.microsoft.com/office/drawing/2014/main" id="{ECEDC77E-78E4-5671-4813-D6170A7B1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589860"/>
            <a:ext cx="4331914" cy="1089238"/>
          </a:xfrm>
          <a:prstGeom prst="rect">
            <a:avLst/>
          </a:prstGeom>
        </p:spPr>
      </p:pic>
      <p:pic>
        <p:nvPicPr>
          <p:cNvPr id="9" name="Afbeelding 8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E308D8D1-3ECE-A3DD-E1FE-204ED5D37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1457158"/>
            <a:ext cx="4331914" cy="150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218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CFDF3-12CF-F301-8153-EB546703C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55F4E-75A6-A9B3-6ACE-AF1270156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2195" y="677526"/>
            <a:ext cx="4253024" cy="475800"/>
          </a:xfrm>
        </p:spPr>
        <p:txBody>
          <a:bodyPr/>
          <a:lstStyle/>
          <a:p>
            <a:r>
              <a:rPr lang="nl-BE" sz="2800" dirty="0"/>
              <a:t>Wat heb ik bereikt?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84175054-2CEE-85BB-D703-56B7D475FA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79" y="1527593"/>
            <a:ext cx="7112470" cy="221506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BE" sz="1400" dirty="0" err="1"/>
              <a:t>Admins</a:t>
            </a:r>
            <a:r>
              <a:rPr lang="nl-BE" sz="1400" dirty="0"/>
              <a:t> kunnen nieuwe klanten en films toevoegen of wijzigen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Je krijgt een overzicht van alle films en klanten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 err="1"/>
              <a:t>Adminpagina</a:t>
            </a:r>
            <a:r>
              <a:rPr lang="nl-BE" sz="1400" dirty="0"/>
              <a:t> is beveiligd met een inlogsysteem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Je krijgt filteropties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Je kunt films opzoeken</a:t>
            </a:r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184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F0CE5-0A66-A587-101C-B8C5A7926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F210D4-EB86-77FE-ED48-085808F43A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677526"/>
            <a:ext cx="4572000" cy="475800"/>
          </a:xfrm>
        </p:spPr>
        <p:txBody>
          <a:bodyPr/>
          <a:lstStyle/>
          <a:p>
            <a:r>
              <a:rPr lang="nl-BE" sz="2800" dirty="0"/>
              <a:t>Wat heb ik bijgeleerd?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7C3E2C7A-B023-2F04-F5B7-DCA65398C1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679" y="1527593"/>
            <a:ext cx="7112470" cy="2215067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Werken met een beheersysteem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BE" sz="1400" dirty="0"/>
              <a:t>Foto's kunnen tonen en toevoegen</a:t>
            </a:r>
          </a:p>
        </p:txBody>
      </p:sp>
    </p:spTree>
    <p:extLst>
      <p:ext uri="{BB962C8B-B14F-4D97-AF65-F5344CB8AC3E}">
        <p14:creationId xmlns:p14="http://schemas.microsoft.com/office/powerpoint/2010/main" val="39502632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2B598-FE2A-6072-FFD9-44C797F15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248C27-1BED-01D5-AA76-5B68A64778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6725" y="2095950"/>
            <a:ext cx="2314354" cy="475800"/>
          </a:xfrm>
        </p:spPr>
        <p:txBody>
          <a:bodyPr/>
          <a:lstStyle/>
          <a:p>
            <a:r>
              <a:rPr lang="nl-BE" sz="3200" dirty="0"/>
              <a:t>Vragen?</a:t>
            </a:r>
          </a:p>
        </p:txBody>
      </p:sp>
    </p:spTree>
    <p:extLst>
      <p:ext uri="{BB962C8B-B14F-4D97-AF65-F5344CB8AC3E}">
        <p14:creationId xmlns:p14="http://schemas.microsoft.com/office/powerpoint/2010/main" val="438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Virtual Metaverse Project Proposal by Slidesgo">
  <a:themeElements>
    <a:clrScheme name="Simple Light">
      <a:dk1>
        <a:srgbClr val="FFFFFF"/>
      </a:dk1>
      <a:lt1>
        <a:srgbClr val="0D092A"/>
      </a:lt1>
      <a:dk2>
        <a:srgbClr val="3333B8"/>
      </a:dk2>
      <a:lt2>
        <a:srgbClr val="35CFDB"/>
      </a:lt2>
      <a:accent1>
        <a:srgbClr val="92F7FF"/>
      </a:accent1>
      <a:accent2>
        <a:srgbClr val="3F3FD8"/>
      </a:accent2>
      <a:accent3>
        <a:srgbClr val="A6ABFF"/>
      </a:accent3>
      <a:accent4>
        <a:srgbClr val="0F89A5"/>
      </a:accent4>
      <a:accent5>
        <a:srgbClr val="EDDEFF"/>
      </a:accent5>
      <a:accent6>
        <a:srgbClr val="09066A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148</Words>
  <Application>Microsoft Office PowerPoint</Application>
  <PresentationFormat>Diavoorstelling (16:9)</PresentationFormat>
  <Paragraphs>25</Paragraphs>
  <Slides>8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3" baseType="lpstr">
      <vt:lpstr>Arial</vt:lpstr>
      <vt:lpstr>Archivo Light</vt:lpstr>
      <vt:lpstr>Orbitron</vt:lpstr>
      <vt:lpstr>Wingdings</vt:lpstr>
      <vt:lpstr>Virtual Metaverse Project Proposal by Slidesgo</vt:lpstr>
      <vt:lpstr>MovieHeaven verkoop en verhuur van films</vt:lpstr>
      <vt:lpstr>Kort uitleg</vt:lpstr>
      <vt:lpstr>Vroegere situatie</vt:lpstr>
      <vt:lpstr>Doel van het project</vt:lpstr>
      <vt:lpstr>Voorstelling tabellen</vt:lpstr>
      <vt:lpstr>Wat heb ik bereikt?</vt:lpstr>
      <vt:lpstr>Wat heb ik bijgeleerd?</vt:lpstr>
      <vt:lpstr>Vragen?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ayse uckuyulu</cp:lastModifiedBy>
  <cp:revision>4</cp:revision>
  <dcterms:modified xsi:type="dcterms:W3CDTF">2025-03-25T21:16:01Z</dcterms:modified>
</cp:coreProperties>
</file>